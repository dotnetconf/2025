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6" r:id="rId4"/>
  </p:sldMasterIdLst>
  <p:notesMasterIdLst>
    <p:notesMasterId r:id="rId19"/>
  </p:notesMasterIdLst>
  <p:sldIdLst>
    <p:sldId id="398" r:id="rId5"/>
    <p:sldId id="500" r:id="rId6"/>
    <p:sldId id="498" r:id="rId7"/>
    <p:sldId id="506" r:id="rId8"/>
    <p:sldId id="501" r:id="rId9"/>
    <p:sldId id="510" r:id="rId10"/>
    <p:sldId id="509" r:id="rId11"/>
    <p:sldId id="507" r:id="rId12"/>
    <p:sldId id="511" r:id="rId13"/>
    <p:sldId id="514" r:id="rId14"/>
    <p:sldId id="513" r:id="rId15"/>
    <p:sldId id="503" r:id="rId16"/>
    <p:sldId id="502" r:id="rId17"/>
    <p:sldId id="508" r:id="rId18"/>
  </p:sldIdLst>
  <p:sldSz cx="24387175" cy="13716000"/>
  <p:notesSz cx="13716000" cy="2438717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emplate guide" id="{51F357DC-A115-394D-B604-4FA5C1686966}">
          <p14:sldIdLst/>
        </p14:section>
        <p14:section name="Dark mode" id="{AF4AF534-2BDC-F341-B7D3-F0607F29D772}">
          <p14:sldIdLst>
            <p14:sldId id="398"/>
            <p14:sldId id="500"/>
            <p14:sldId id="498"/>
            <p14:sldId id="506"/>
            <p14:sldId id="501"/>
            <p14:sldId id="510"/>
            <p14:sldId id="509"/>
            <p14:sldId id="507"/>
            <p14:sldId id="511"/>
            <p14:sldId id="514"/>
            <p14:sldId id="513"/>
            <p14:sldId id="503"/>
            <p14:sldId id="502"/>
            <p14:sldId id="508"/>
          </p14:sldIdLst>
        </p14:section>
        <p14:section name="delete" id="{92F99E84-6557-4994-8102-A02BC557E6E2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00AA"/>
    <a:srgbClr val="EAEDF0"/>
    <a:srgbClr val="512BD4"/>
    <a:srgbClr val="1F1E32"/>
    <a:srgbClr val="BCA9F1"/>
    <a:srgbClr val="2F2C46"/>
    <a:srgbClr val="AAB3FA"/>
    <a:srgbClr val="3D8AFF"/>
    <a:srgbClr val="C1BCF3"/>
    <a:srgbClr val="1E07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9" d="100"/>
          <a:sy n="49" d="100"/>
        </p:scale>
        <p:origin x="1038" y="276"/>
      </p:cViewPr>
      <p:guideLst>
        <p:guide orient="horz" pos="4320"/>
        <p:guide pos="768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kub Jares" userId="c18f5b0f-b97a-4196-a6c1-7e21fe57be16" providerId="ADAL" clId="{BCC8628F-DF65-4749-9249-4482524D5B20}"/>
    <pc:docChg chg="undo custSel addSld delSld modSld sldOrd delMainMaster addSection delSection modSection">
      <pc:chgData name="Jakub Jares" userId="c18f5b0f-b97a-4196-a6c1-7e21fe57be16" providerId="ADAL" clId="{BCC8628F-DF65-4749-9249-4482524D5B20}" dt="2025-12-11T09:43:20.894" v="1329" actId="47"/>
      <pc:docMkLst>
        <pc:docMk/>
      </pc:docMkLst>
      <pc:sldChg chg="del">
        <pc:chgData name="Jakub Jares" userId="c18f5b0f-b97a-4196-a6c1-7e21fe57be16" providerId="ADAL" clId="{BCC8628F-DF65-4749-9249-4482524D5B20}" dt="2025-12-11T09:43:20.894" v="1329" actId="47"/>
        <pc:sldMkLst>
          <pc:docMk/>
          <pc:sldMk cId="203771427" sldId="400"/>
        </pc:sldMkLst>
      </pc:sldChg>
      <pc:sldChg chg="del">
        <pc:chgData name="Jakub Jares" userId="c18f5b0f-b97a-4196-a6c1-7e21fe57be16" providerId="ADAL" clId="{BCC8628F-DF65-4749-9249-4482524D5B20}" dt="2025-12-11T09:43:20.894" v="1329" actId="47"/>
        <pc:sldMkLst>
          <pc:docMk/>
          <pc:sldMk cId="1250821187" sldId="401"/>
        </pc:sldMkLst>
      </pc:sldChg>
      <pc:sldChg chg="del">
        <pc:chgData name="Jakub Jares" userId="c18f5b0f-b97a-4196-a6c1-7e21fe57be16" providerId="ADAL" clId="{BCC8628F-DF65-4749-9249-4482524D5B20}" dt="2025-12-11T09:43:20.894" v="1329" actId="47"/>
        <pc:sldMkLst>
          <pc:docMk/>
          <pc:sldMk cId="1832756708" sldId="402"/>
        </pc:sldMkLst>
      </pc:sldChg>
      <pc:sldChg chg="del">
        <pc:chgData name="Jakub Jares" userId="c18f5b0f-b97a-4196-a6c1-7e21fe57be16" providerId="ADAL" clId="{BCC8628F-DF65-4749-9249-4482524D5B20}" dt="2025-12-11T09:43:20.894" v="1329" actId="47"/>
        <pc:sldMkLst>
          <pc:docMk/>
          <pc:sldMk cId="1211625467" sldId="404"/>
        </pc:sldMkLst>
      </pc:sldChg>
      <pc:sldChg chg="del">
        <pc:chgData name="Jakub Jares" userId="c18f5b0f-b97a-4196-a6c1-7e21fe57be16" providerId="ADAL" clId="{BCC8628F-DF65-4749-9249-4482524D5B20}" dt="2025-12-11T09:43:20.894" v="1329" actId="47"/>
        <pc:sldMkLst>
          <pc:docMk/>
          <pc:sldMk cId="3598625456" sldId="405"/>
        </pc:sldMkLst>
      </pc:sldChg>
      <pc:sldChg chg="del">
        <pc:chgData name="Jakub Jares" userId="c18f5b0f-b97a-4196-a6c1-7e21fe57be16" providerId="ADAL" clId="{BCC8628F-DF65-4749-9249-4482524D5B20}" dt="2025-12-11T09:43:20.894" v="1329" actId="47"/>
        <pc:sldMkLst>
          <pc:docMk/>
          <pc:sldMk cId="3538995246" sldId="406"/>
        </pc:sldMkLst>
      </pc:sldChg>
      <pc:sldChg chg="del">
        <pc:chgData name="Jakub Jares" userId="c18f5b0f-b97a-4196-a6c1-7e21fe57be16" providerId="ADAL" clId="{BCC8628F-DF65-4749-9249-4482524D5B20}" dt="2025-12-11T09:43:20.894" v="1329" actId="47"/>
        <pc:sldMkLst>
          <pc:docMk/>
          <pc:sldMk cId="629757256" sldId="410"/>
        </pc:sldMkLst>
      </pc:sldChg>
      <pc:sldChg chg="del">
        <pc:chgData name="Jakub Jares" userId="c18f5b0f-b97a-4196-a6c1-7e21fe57be16" providerId="ADAL" clId="{BCC8628F-DF65-4749-9249-4482524D5B20}" dt="2025-12-11T09:43:20.894" v="1329" actId="47"/>
        <pc:sldMkLst>
          <pc:docMk/>
          <pc:sldMk cId="532517385" sldId="412"/>
        </pc:sldMkLst>
      </pc:sldChg>
      <pc:sldChg chg="del">
        <pc:chgData name="Jakub Jares" userId="c18f5b0f-b97a-4196-a6c1-7e21fe57be16" providerId="ADAL" clId="{BCC8628F-DF65-4749-9249-4482524D5B20}" dt="2025-12-11T09:43:20.894" v="1329" actId="47"/>
        <pc:sldMkLst>
          <pc:docMk/>
          <pc:sldMk cId="3066961591" sldId="416"/>
        </pc:sldMkLst>
      </pc:sldChg>
      <pc:sldChg chg="del">
        <pc:chgData name="Jakub Jares" userId="c18f5b0f-b97a-4196-a6c1-7e21fe57be16" providerId="ADAL" clId="{BCC8628F-DF65-4749-9249-4482524D5B20}" dt="2025-12-11T09:43:20.894" v="1329" actId="47"/>
        <pc:sldMkLst>
          <pc:docMk/>
          <pc:sldMk cId="22846330" sldId="418"/>
        </pc:sldMkLst>
      </pc:sldChg>
      <pc:sldChg chg="del">
        <pc:chgData name="Jakub Jares" userId="c18f5b0f-b97a-4196-a6c1-7e21fe57be16" providerId="ADAL" clId="{BCC8628F-DF65-4749-9249-4482524D5B20}" dt="2025-12-11T09:43:20.894" v="1329" actId="47"/>
        <pc:sldMkLst>
          <pc:docMk/>
          <pc:sldMk cId="1805665307" sldId="421"/>
        </pc:sldMkLst>
      </pc:sldChg>
      <pc:sldChg chg="del">
        <pc:chgData name="Jakub Jares" userId="c18f5b0f-b97a-4196-a6c1-7e21fe57be16" providerId="ADAL" clId="{BCC8628F-DF65-4749-9249-4482524D5B20}" dt="2025-12-11T09:43:20.894" v="1329" actId="47"/>
        <pc:sldMkLst>
          <pc:docMk/>
          <pc:sldMk cId="2396845748" sldId="422"/>
        </pc:sldMkLst>
      </pc:sldChg>
      <pc:sldChg chg="del mod modShow">
        <pc:chgData name="Jakub Jares" userId="c18f5b0f-b97a-4196-a6c1-7e21fe57be16" providerId="ADAL" clId="{BCC8628F-DF65-4749-9249-4482524D5B20}" dt="2025-12-11T09:43:11.990" v="1328" actId="47"/>
        <pc:sldMkLst>
          <pc:docMk/>
          <pc:sldMk cId="1052024015" sldId="439"/>
        </pc:sldMkLst>
      </pc:sldChg>
      <pc:sldChg chg="del mod modShow">
        <pc:chgData name="Jakub Jares" userId="c18f5b0f-b97a-4196-a6c1-7e21fe57be16" providerId="ADAL" clId="{BCC8628F-DF65-4749-9249-4482524D5B20}" dt="2025-12-11T09:43:11.990" v="1328" actId="47"/>
        <pc:sldMkLst>
          <pc:docMk/>
          <pc:sldMk cId="1889766954" sldId="441"/>
        </pc:sldMkLst>
      </pc:sldChg>
      <pc:sldChg chg="del mod modShow">
        <pc:chgData name="Jakub Jares" userId="c18f5b0f-b97a-4196-a6c1-7e21fe57be16" providerId="ADAL" clId="{BCC8628F-DF65-4749-9249-4482524D5B20}" dt="2025-12-11T09:43:11.990" v="1328" actId="47"/>
        <pc:sldMkLst>
          <pc:docMk/>
          <pc:sldMk cId="1574803595" sldId="442"/>
        </pc:sldMkLst>
      </pc:sldChg>
      <pc:sldChg chg="modSp del mod modShow">
        <pc:chgData name="Jakub Jares" userId="c18f5b0f-b97a-4196-a6c1-7e21fe57be16" providerId="ADAL" clId="{BCC8628F-DF65-4749-9249-4482524D5B20}" dt="2025-12-11T09:43:11.990" v="1328" actId="47"/>
        <pc:sldMkLst>
          <pc:docMk/>
          <pc:sldMk cId="1567954858" sldId="443"/>
        </pc:sldMkLst>
      </pc:sldChg>
      <pc:sldChg chg="del mod modShow">
        <pc:chgData name="Jakub Jares" userId="c18f5b0f-b97a-4196-a6c1-7e21fe57be16" providerId="ADAL" clId="{BCC8628F-DF65-4749-9249-4482524D5B20}" dt="2025-12-11T09:43:11.990" v="1328" actId="47"/>
        <pc:sldMkLst>
          <pc:docMk/>
          <pc:sldMk cId="1099277770" sldId="444"/>
        </pc:sldMkLst>
      </pc:sldChg>
      <pc:sldChg chg="del mod modShow">
        <pc:chgData name="Jakub Jares" userId="c18f5b0f-b97a-4196-a6c1-7e21fe57be16" providerId="ADAL" clId="{BCC8628F-DF65-4749-9249-4482524D5B20}" dt="2025-12-11T09:43:11.990" v="1328" actId="47"/>
        <pc:sldMkLst>
          <pc:docMk/>
          <pc:sldMk cId="789156784" sldId="448"/>
        </pc:sldMkLst>
      </pc:sldChg>
      <pc:sldChg chg="del">
        <pc:chgData name="Jakub Jares" userId="c18f5b0f-b97a-4196-a6c1-7e21fe57be16" providerId="ADAL" clId="{BCC8628F-DF65-4749-9249-4482524D5B20}" dt="2025-12-11T09:43:20.894" v="1329" actId="47"/>
        <pc:sldMkLst>
          <pc:docMk/>
          <pc:sldMk cId="1788948323" sldId="449"/>
        </pc:sldMkLst>
      </pc:sldChg>
      <pc:sldChg chg="del">
        <pc:chgData name="Jakub Jares" userId="c18f5b0f-b97a-4196-a6c1-7e21fe57be16" providerId="ADAL" clId="{BCC8628F-DF65-4749-9249-4482524D5B20}" dt="2025-12-11T09:43:20.894" v="1329" actId="47"/>
        <pc:sldMkLst>
          <pc:docMk/>
          <pc:sldMk cId="2281852977" sldId="460"/>
        </pc:sldMkLst>
      </pc:sldChg>
      <pc:sldChg chg="del">
        <pc:chgData name="Jakub Jares" userId="c18f5b0f-b97a-4196-a6c1-7e21fe57be16" providerId="ADAL" clId="{BCC8628F-DF65-4749-9249-4482524D5B20}" dt="2025-12-11T09:43:20.894" v="1329" actId="47"/>
        <pc:sldMkLst>
          <pc:docMk/>
          <pc:sldMk cId="1769894203" sldId="461"/>
        </pc:sldMkLst>
      </pc:sldChg>
      <pc:sldChg chg="del">
        <pc:chgData name="Jakub Jares" userId="c18f5b0f-b97a-4196-a6c1-7e21fe57be16" providerId="ADAL" clId="{BCC8628F-DF65-4749-9249-4482524D5B20}" dt="2025-12-11T09:43:20.894" v="1329" actId="47"/>
        <pc:sldMkLst>
          <pc:docMk/>
          <pc:sldMk cId="2346228156" sldId="462"/>
        </pc:sldMkLst>
      </pc:sldChg>
      <pc:sldChg chg="del">
        <pc:chgData name="Jakub Jares" userId="c18f5b0f-b97a-4196-a6c1-7e21fe57be16" providerId="ADAL" clId="{BCC8628F-DF65-4749-9249-4482524D5B20}" dt="2025-12-11T09:43:20.894" v="1329" actId="47"/>
        <pc:sldMkLst>
          <pc:docMk/>
          <pc:sldMk cId="3728961584" sldId="463"/>
        </pc:sldMkLst>
      </pc:sldChg>
      <pc:sldChg chg="del">
        <pc:chgData name="Jakub Jares" userId="c18f5b0f-b97a-4196-a6c1-7e21fe57be16" providerId="ADAL" clId="{BCC8628F-DF65-4749-9249-4482524D5B20}" dt="2025-12-11T09:43:20.894" v="1329" actId="47"/>
        <pc:sldMkLst>
          <pc:docMk/>
          <pc:sldMk cId="1294028499" sldId="464"/>
        </pc:sldMkLst>
      </pc:sldChg>
      <pc:sldChg chg="del">
        <pc:chgData name="Jakub Jares" userId="c18f5b0f-b97a-4196-a6c1-7e21fe57be16" providerId="ADAL" clId="{BCC8628F-DF65-4749-9249-4482524D5B20}" dt="2025-12-11T09:43:20.894" v="1329" actId="47"/>
        <pc:sldMkLst>
          <pc:docMk/>
          <pc:sldMk cId="4084868850" sldId="467"/>
        </pc:sldMkLst>
      </pc:sldChg>
      <pc:sldChg chg="del">
        <pc:chgData name="Jakub Jares" userId="c18f5b0f-b97a-4196-a6c1-7e21fe57be16" providerId="ADAL" clId="{BCC8628F-DF65-4749-9249-4482524D5B20}" dt="2025-12-11T09:43:20.894" v="1329" actId="47"/>
        <pc:sldMkLst>
          <pc:docMk/>
          <pc:sldMk cId="753656797" sldId="470"/>
        </pc:sldMkLst>
      </pc:sldChg>
      <pc:sldChg chg="del">
        <pc:chgData name="Jakub Jares" userId="c18f5b0f-b97a-4196-a6c1-7e21fe57be16" providerId="ADAL" clId="{BCC8628F-DF65-4749-9249-4482524D5B20}" dt="2025-12-11T09:43:20.894" v="1329" actId="47"/>
        <pc:sldMkLst>
          <pc:docMk/>
          <pc:sldMk cId="3126745597" sldId="471"/>
        </pc:sldMkLst>
      </pc:sldChg>
      <pc:sldChg chg="del">
        <pc:chgData name="Jakub Jares" userId="c18f5b0f-b97a-4196-a6c1-7e21fe57be16" providerId="ADAL" clId="{BCC8628F-DF65-4749-9249-4482524D5B20}" dt="2025-12-11T09:43:20.894" v="1329" actId="47"/>
        <pc:sldMkLst>
          <pc:docMk/>
          <pc:sldMk cId="470828028" sldId="475"/>
        </pc:sldMkLst>
      </pc:sldChg>
      <pc:sldChg chg="del">
        <pc:chgData name="Jakub Jares" userId="c18f5b0f-b97a-4196-a6c1-7e21fe57be16" providerId="ADAL" clId="{BCC8628F-DF65-4749-9249-4482524D5B20}" dt="2025-12-11T09:43:20.894" v="1329" actId="47"/>
        <pc:sldMkLst>
          <pc:docMk/>
          <pc:sldMk cId="4208138468" sldId="477"/>
        </pc:sldMkLst>
      </pc:sldChg>
      <pc:sldChg chg="del">
        <pc:chgData name="Jakub Jares" userId="c18f5b0f-b97a-4196-a6c1-7e21fe57be16" providerId="ADAL" clId="{BCC8628F-DF65-4749-9249-4482524D5B20}" dt="2025-12-11T09:43:20.894" v="1329" actId="47"/>
        <pc:sldMkLst>
          <pc:docMk/>
          <pc:sldMk cId="1186260299" sldId="478"/>
        </pc:sldMkLst>
      </pc:sldChg>
      <pc:sldChg chg="del">
        <pc:chgData name="Jakub Jares" userId="c18f5b0f-b97a-4196-a6c1-7e21fe57be16" providerId="ADAL" clId="{BCC8628F-DF65-4749-9249-4482524D5B20}" dt="2025-12-11T09:43:20.894" v="1329" actId="47"/>
        <pc:sldMkLst>
          <pc:docMk/>
          <pc:sldMk cId="1667836002" sldId="479"/>
        </pc:sldMkLst>
      </pc:sldChg>
      <pc:sldChg chg="del">
        <pc:chgData name="Jakub Jares" userId="c18f5b0f-b97a-4196-a6c1-7e21fe57be16" providerId="ADAL" clId="{BCC8628F-DF65-4749-9249-4482524D5B20}" dt="2025-12-11T09:43:20.894" v="1329" actId="47"/>
        <pc:sldMkLst>
          <pc:docMk/>
          <pc:sldMk cId="1831441143" sldId="480"/>
        </pc:sldMkLst>
      </pc:sldChg>
      <pc:sldChg chg="del">
        <pc:chgData name="Jakub Jares" userId="c18f5b0f-b97a-4196-a6c1-7e21fe57be16" providerId="ADAL" clId="{BCC8628F-DF65-4749-9249-4482524D5B20}" dt="2025-12-11T09:43:20.894" v="1329" actId="47"/>
        <pc:sldMkLst>
          <pc:docMk/>
          <pc:sldMk cId="1677601458" sldId="481"/>
        </pc:sldMkLst>
      </pc:sldChg>
      <pc:sldChg chg="del">
        <pc:chgData name="Jakub Jares" userId="c18f5b0f-b97a-4196-a6c1-7e21fe57be16" providerId="ADAL" clId="{BCC8628F-DF65-4749-9249-4482524D5B20}" dt="2025-12-11T09:43:20.894" v="1329" actId="47"/>
        <pc:sldMkLst>
          <pc:docMk/>
          <pc:sldMk cId="3038234217" sldId="482"/>
        </pc:sldMkLst>
      </pc:sldChg>
      <pc:sldChg chg="del">
        <pc:chgData name="Jakub Jares" userId="c18f5b0f-b97a-4196-a6c1-7e21fe57be16" providerId="ADAL" clId="{BCC8628F-DF65-4749-9249-4482524D5B20}" dt="2025-12-11T09:43:20.894" v="1329" actId="47"/>
        <pc:sldMkLst>
          <pc:docMk/>
          <pc:sldMk cId="3632416237" sldId="483"/>
        </pc:sldMkLst>
      </pc:sldChg>
      <pc:sldChg chg="del">
        <pc:chgData name="Jakub Jares" userId="c18f5b0f-b97a-4196-a6c1-7e21fe57be16" providerId="ADAL" clId="{BCC8628F-DF65-4749-9249-4482524D5B20}" dt="2025-12-11T09:43:20.894" v="1329" actId="47"/>
        <pc:sldMkLst>
          <pc:docMk/>
          <pc:sldMk cId="229280171" sldId="489"/>
        </pc:sldMkLst>
      </pc:sldChg>
      <pc:sldChg chg="del">
        <pc:chgData name="Jakub Jares" userId="c18f5b0f-b97a-4196-a6c1-7e21fe57be16" providerId="ADAL" clId="{BCC8628F-DF65-4749-9249-4482524D5B20}" dt="2025-12-11T09:43:20.894" v="1329" actId="47"/>
        <pc:sldMkLst>
          <pc:docMk/>
          <pc:sldMk cId="1597847775" sldId="491"/>
        </pc:sldMkLst>
      </pc:sldChg>
      <pc:sldChg chg="del">
        <pc:chgData name="Jakub Jares" userId="c18f5b0f-b97a-4196-a6c1-7e21fe57be16" providerId="ADAL" clId="{BCC8628F-DF65-4749-9249-4482524D5B20}" dt="2025-12-11T09:43:20.894" v="1329" actId="47"/>
        <pc:sldMkLst>
          <pc:docMk/>
          <pc:sldMk cId="2888679547" sldId="492"/>
        </pc:sldMkLst>
      </pc:sldChg>
      <pc:sldChg chg="del">
        <pc:chgData name="Jakub Jares" userId="c18f5b0f-b97a-4196-a6c1-7e21fe57be16" providerId="ADAL" clId="{BCC8628F-DF65-4749-9249-4482524D5B20}" dt="2025-12-11T09:43:20.894" v="1329" actId="47"/>
        <pc:sldMkLst>
          <pc:docMk/>
          <pc:sldMk cId="3569994206" sldId="494"/>
        </pc:sldMkLst>
      </pc:sldChg>
      <pc:sldChg chg="del">
        <pc:chgData name="Jakub Jares" userId="c18f5b0f-b97a-4196-a6c1-7e21fe57be16" providerId="ADAL" clId="{BCC8628F-DF65-4749-9249-4482524D5B20}" dt="2025-12-11T09:43:20.894" v="1329" actId="47"/>
        <pc:sldMkLst>
          <pc:docMk/>
          <pc:sldMk cId="1022924230" sldId="495"/>
        </pc:sldMkLst>
      </pc:sldChg>
      <pc:sldChg chg="del">
        <pc:chgData name="Jakub Jares" userId="c18f5b0f-b97a-4196-a6c1-7e21fe57be16" providerId="ADAL" clId="{BCC8628F-DF65-4749-9249-4482524D5B20}" dt="2025-12-11T09:43:20.894" v="1329" actId="47"/>
        <pc:sldMkLst>
          <pc:docMk/>
          <pc:sldMk cId="254393912" sldId="496"/>
        </pc:sldMkLst>
      </pc:sldChg>
      <pc:sldChg chg="del mod modShow">
        <pc:chgData name="Jakub Jares" userId="c18f5b0f-b97a-4196-a6c1-7e21fe57be16" providerId="ADAL" clId="{BCC8628F-DF65-4749-9249-4482524D5B20}" dt="2025-12-11T09:43:11.990" v="1328" actId="47"/>
        <pc:sldMkLst>
          <pc:docMk/>
          <pc:sldMk cId="2488903217" sldId="497"/>
        </pc:sldMkLst>
      </pc:sldChg>
      <pc:sldMasterChg chg="del delSldLayout">
        <pc:chgData name="Jakub Jares" userId="c18f5b0f-b97a-4196-a6c1-7e21fe57be16" providerId="ADAL" clId="{BCC8628F-DF65-4749-9249-4482524D5B20}" dt="2025-12-11T09:43:20.894" v="1329" actId="47"/>
        <pc:sldMasterMkLst>
          <pc:docMk/>
          <pc:sldMasterMk cId="0" sldId="2147483648"/>
        </pc:sldMasterMkLst>
        <pc:sldLayoutChg chg="del">
          <pc:chgData name="Jakub Jares" userId="c18f5b0f-b97a-4196-a6c1-7e21fe57be16" providerId="ADAL" clId="{BCC8628F-DF65-4749-9249-4482524D5B20}" dt="2025-12-11T09:43:20.894" v="1329" actId="47"/>
          <pc:sldLayoutMkLst>
            <pc:docMk/>
            <pc:sldMasterMk cId="0" sldId="2147483648"/>
            <pc:sldLayoutMk cId="0" sldId="2147483649"/>
          </pc:sldLayoutMkLst>
        </pc:sldLayoutChg>
        <pc:sldLayoutChg chg="del">
          <pc:chgData name="Jakub Jares" userId="c18f5b0f-b97a-4196-a6c1-7e21fe57be16" providerId="ADAL" clId="{BCC8628F-DF65-4749-9249-4482524D5B20}" dt="2025-12-11T09:43:20.894" v="1329" actId="47"/>
          <pc:sldLayoutMkLst>
            <pc:docMk/>
            <pc:sldMasterMk cId="0" sldId="2147483648"/>
            <pc:sldLayoutMk cId="1902358623" sldId="2147483651"/>
          </pc:sldLayoutMkLst>
        </pc:sldLayoutChg>
        <pc:sldLayoutChg chg="del">
          <pc:chgData name="Jakub Jares" userId="c18f5b0f-b97a-4196-a6c1-7e21fe57be16" providerId="ADAL" clId="{BCC8628F-DF65-4749-9249-4482524D5B20}" dt="2025-12-11T09:43:20.894" v="1329" actId="47"/>
          <pc:sldLayoutMkLst>
            <pc:docMk/>
            <pc:sldMasterMk cId="0" sldId="2147483648"/>
            <pc:sldLayoutMk cId="3895306547" sldId="2147483652"/>
          </pc:sldLayoutMkLst>
        </pc:sldLayoutChg>
        <pc:sldLayoutChg chg="del">
          <pc:chgData name="Jakub Jares" userId="c18f5b0f-b97a-4196-a6c1-7e21fe57be16" providerId="ADAL" clId="{BCC8628F-DF65-4749-9249-4482524D5B20}" dt="2025-12-11T09:43:20.894" v="1329" actId="47"/>
          <pc:sldLayoutMkLst>
            <pc:docMk/>
            <pc:sldMasterMk cId="0" sldId="2147483648"/>
            <pc:sldLayoutMk cId="147586137" sldId="2147483653"/>
          </pc:sldLayoutMkLst>
        </pc:sldLayoutChg>
        <pc:sldLayoutChg chg="del">
          <pc:chgData name="Jakub Jares" userId="c18f5b0f-b97a-4196-a6c1-7e21fe57be16" providerId="ADAL" clId="{BCC8628F-DF65-4749-9249-4482524D5B20}" dt="2025-12-11T09:43:20.894" v="1329" actId="47"/>
          <pc:sldLayoutMkLst>
            <pc:docMk/>
            <pc:sldMasterMk cId="0" sldId="2147483648"/>
            <pc:sldLayoutMk cId="4108809344" sldId="2147483654"/>
          </pc:sldLayoutMkLst>
        </pc:sldLayoutChg>
        <pc:sldLayoutChg chg="del">
          <pc:chgData name="Jakub Jares" userId="c18f5b0f-b97a-4196-a6c1-7e21fe57be16" providerId="ADAL" clId="{BCC8628F-DF65-4749-9249-4482524D5B20}" dt="2025-12-11T09:43:20.894" v="1329" actId="47"/>
          <pc:sldLayoutMkLst>
            <pc:docMk/>
            <pc:sldMasterMk cId="0" sldId="2147483648"/>
            <pc:sldLayoutMk cId="1072051012" sldId="2147483655"/>
          </pc:sldLayoutMkLst>
        </pc:sldLayoutChg>
        <pc:sldLayoutChg chg="del">
          <pc:chgData name="Jakub Jares" userId="c18f5b0f-b97a-4196-a6c1-7e21fe57be16" providerId="ADAL" clId="{BCC8628F-DF65-4749-9249-4482524D5B20}" dt="2025-12-11T09:43:20.894" v="1329" actId="47"/>
          <pc:sldLayoutMkLst>
            <pc:docMk/>
            <pc:sldMasterMk cId="0" sldId="2147483648"/>
            <pc:sldLayoutMk cId="3973215417" sldId="2147483656"/>
          </pc:sldLayoutMkLst>
        </pc:sldLayoutChg>
        <pc:sldLayoutChg chg="del">
          <pc:chgData name="Jakub Jares" userId="c18f5b0f-b97a-4196-a6c1-7e21fe57be16" providerId="ADAL" clId="{BCC8628F-DF65-4749-9249-4482524D5B20}" dt="2025-12-11T09:43:20.894" v="1329" actId="47"/>
          <pc:sldLayoutMkLst>
            <pc:docMk/>
            <pc:sldMasterMk cId="0" sldId="2147483648"/>
            <pc:sldLayoutMk cId="268949796" sldId="2147483658"/>
          </pc:sldLayoutMkLst>
        </pc:sldLayoutChg>
        <pc:sldLayoutChg chg="del">
          <pc:chgData name="Jakub Jares" userId="c18f5b0f-b97a-4196-a6c1-7e21fe57be16" providerId="ADAL" clId="{BCC8628F-DF65-4749-9249-4482524D5B20}" dt="2025-12-11T09:43:20.894" v="1329" actId="47"/>
          <pc:sldLayoutMkLst>
            <pc:docMk/>
            <pc:sldMasterMk cId="0" sldId="2147483648"/>
            <pc:sldLayoutMk cId="4053752180" sldId="2147483659"/>
          </pc:sldLayoutMkLst>
        </pc:sldLayoutChg>
        <pc:sldLayoutChg chg="del">
          <pc:chgData name="Jakub Jares" userId="c18f5b0f-b97a-4196-a6c1-7e21fe57be16" providerId="ADAL" clId="{BCC8628F-DF65-4749-9249-4482524D5B20}" dt="2025-12-11T09:43:20.894" v="1329" actId="47"/>
          <pc:sldLayoutMkLst>
            <pc:docMk/>
            <pc:sldMasterMk cId="0" sldId="2147483648"/>
            <pc:sldLayoutMk cId="3154040986" sldId="2147483660"/>
          </pc:sldLayoutMkLst>
        </pc:sldLayoutChg>
        <pc:sldLayoutChg chg="del">
          <pc:chgData name="Jakub Jares" userId="c18f5b0f-b97a-4196-a6c1-7e21fe57be16" providerId="ADAL" clId="{BCC8628F-DF65-4749-9249-4482524D5B20}" dt="2025-12-11T09:43:20.894" v="1329" actId="47"/>
          <pc:sldLayoutMkLst>
            <pc:docMk/>
            <pc:sldMasterMk cId="0" sldId="2147483648"/>
            <pc:sldLayoutMk cId="2731348975" sldId="2147483661"/>
          </pc:sldLayoutMkLst>
        </pc:sldLayoutChg>
        <pc:sldLayoutChg chg="del">
          <pc:chgData name="Jakub Jares" userId="c18f5b0f-b97a-4196-a6c1-7e21fe57be16" providerId="ADAL" clId="{BCC8628F-DF65-4749-9249-4482524D5B20}" dt="2025-12-11T09:43:20.894" v="1329" actId="47"/>
          <pc:sldLayoutMkLst>
            <pc:docMk/>
            <pc:sldMasterMk cId="0" sldId="2147483648"/>
            <pc:sldLayoutMk cId="775594408" sldId="2147483662"/>
          </pc:sldLayoutMkLst>
        </pc:sldLayoutChg>
        <pc:sldLayoutChg chg="del">
          <pc:chgData name="Jakub Jares" userId="c18f5b0f-b97a-4196-a6c1-7e21fe57be16" providerId="ADAL" clId="{BCC8628F-DF65-4749-9249-4482524D5B20}" dt="2025-12-11T09:43:20.894" v="1329" actId="47"/>
          <pc:sldLayoutMkLst>
            <pc:docMk/>
            <pc:sldMasterMk cId="0" sldId="2147483648"/>
            <pc:sldLayoutMk cId="2048225000" sldId="2147483663"/>
          </pc:sldLayoutMkLst>
        </pc:sldLayoutChg>
        <pc:sldLayoutChg chg="del">
          <pc:chgData name="Jakub Jares" userId="c18f5b0f-b97a-4196-a6c1-7e21fe57be16" providerId="ADAL" clId="{BCC8628F-DF65-4749-9249-4482524D5B20}" dt="2025-12-11T09:43:20.894" v="1329" actId="47"/>
          <pc:sldLayoutMkLst>
            <pc:docMk/>
            <pc:sldMasterMk cId="0" sldId="2147483648"/>
            <pc:sldLayoutMk cId="2436832403" sldId="2147483664"/>
          </pc:sldLayoutMkLst>
        </pc:sldLayoutChg>
        <pc:sldLayoutChg chg="del">
          <pc:chgData name="Jakub Jares" userId="c18f5b0f-b97a-4196-a6c1-7e21fe57be16" providerId="ADAL" clId="{BCC8628F-DF65-4749-9249-4482524D5B20}" dt="2025-12-11T09:43:20.894" v="1329" actId="47"/>
          <pc:sldLayoutMkLst>
            <pc:docMk/>
            <pc:sldMasterMk cId="0" sldId="2147483648"/>
            <pc:sldLayoutMk cId="970657564" sldId="2147483665"/>
          </pc:sldLayoutMkLst>
        </pc:sldLayoutChg>
        <pc:sldLayoutChg chg="del">
          <pc:chgData name="Jakub Jares" userId="c18f5b0f-b97a-4196-a6c1-7e21fe57be16" providerId="ADAL" clId="{BCC8628F-DF65-4749-9249-4482524D5B20}" dt="2025-12-11T09:43:20.894" v="1329" actId="47"/>
          <pc:sldLayoutMkLst>
            <pc:docMk/>
            <pc:sldMasterMk cId="0" sldId="2147483648"/>
            <pc:sldLayoutMk cId="3234271982" sldId="2147483666"/>
          </pc:sldLayoutMkLst>
        </pc:sldLayoutChg>
        <pc:sldLayoutChg chg="del">
          <pc:chgData name="Jakub Jares" userId="c18f5b0f-b97a-4196-a6c1-7e21fe57be16" providerId="ADAL" clId="{BCC8628F-DF65-4749-9249-4482524D5B20}" dt="2025-12-11T09:43:20.894" v="1329" actId="47"/>
          <pc:sldLayoutMkLst>
            <pc:docMk/>
            <pc:sldMasterMk cId="0" sldId="2147483648"/>
            <pc:sldLayoutMk cId="3355536088" sldId="2147483667"/>
          </pc:sldLayoutMkLst>
        </pc:sldLayoutChg>
        <pc:sldLayoutChg chg="del">
          <pc:chgData name="Jakub Jares" userId="c18f5b0f-b97a-4196-a6c1-7e21fe57be16" providerId="ADAL" clId="{BCC8628F-DF65-4749-9249-4482524D5B20}" dt="2025-12-11T09:43:20.894" v="1329" actId="47"/>
          <pc:sldLayoutMkLst>
            <pc:docMk/>
            <pc:sldMasterMk cId="0" sldId="2147483648"/>
            <pc:sldLayoutMk cId="1003676584" sldId="2147483668"/>
          </pc:sldLayoutMkLst>
        </pc:sldLayoutChg>
        <pc:sldLayoutChg chg="del">
          <pc:chgData name="Jakub Jares" userId="c18f5b0f-b97a-4196-a6c1-7e21fe57be16" providerId="ADAL" clId="{BCC8628F-DF65-4749-9249-4482524D5B20}" dt="2025-12-11T09:43:20.894" v="1329" actId="47"/>
          <pc:sldLayoutMkLst>
            <pc:docMk/>
            <pc:sldMasterMk cId="0" sldId="2147483648"/>
            <pc:sldLayoutMk cId="1948653710" sldId="2147483669"/>
          </pc:sldLayoutMkLst>
        </pc:sldLayoutChg>
        <pc:sldLayoutChg chg="del">
          <pc:chgData name="Jakub Jares" userId="c18f5b0f-b97a-4196-a6c1-7e21fe57be16" providerId="ADAL" clId="{BCC8628F-DF65-4749-9249-4482524D5B20}" dt="2025-12-11T09:43:20.894" v="1329" actId="47"/>
          <pc:sldLayoutMkLst>
            <pc:docMk/>
            <pc:sldMasterMk cId="0" sldId="2147483648"/>
            <pc:sldLayoutMk cId="4212489648" sldId="2147483670"/>
          </pc:sldLayoutMkLst>
        </pc:sldLayoutChg>
        <pc:sldLayoutChg chg="del">
          <pc:chgData name="Jakub Jares" userId="c18f5b0f-b97a-4196-a6c1-7e21fe57be16" providerId="ADAL" clId="{BCC8628F-DF65-4749-9249-4482524D5B20}" dt="2025-12-11T09:43:20.894" v="1329" actId="47"/>
          <pc:sldLayoutMkLst>
            <pc:docMk/>
            <pc:sldMasterMk cId="0" sldId="2147483648"/>
            <pc:sldLayoutMk cId="2182487979" sldId="2147483671"/>
          </pc:sldLayoutMkLst>
        </pc:sldLayoutChg>
        <pc:sldLayoutChg chg="del">
          <pc:chgData name="Jakub Jares" userId="c18f5b0f-b97a-4196-a6c1-7e21fe57be16" providerId="ADAL" clId="{BCC8628F-DF65-4749-9249-4482524D5B20}" dt="2025-12-11T09:43:20.894" v="1329" actId="47"/>
          <pc:sldLayoutMkLst>
            <pc:docMk/>
            <pc:sldMasterMk cId="0" sldId="2147483648"/>
            <pc:sldLayoutMk cId="2602627330" sldId="2147483672"/>
          </pc:sldLayoutMkLst>
        </pc:sldLayoutChg>
        <pc:sldLayoutChg chg="del">
          <pc:chgData name="Jakub Jares" userId="c18f5b0f-b97a-4196-a6c1-7e21fe57be16" providerId="ADAL" clId="{BCC8628F-DF65-4749-9249-4482524D5B20}" dt="2025-12-11T09:43:20.894" v="1329" actId="47"/>
          <pc:sldLayoutMkLst>
            <pc:docMk/>
            <pc:sldMasterMk cId="0" sldId="2147483648"/>
            <pc:sldLayoutMk cId="3241411767" sldId="2147483673"/>
          </pc:sldLayoutMkLst>
        </pc:sldLayoutChg>
        <pc:sldLayoutChg chg="del">
          <pc:chgData name="Jakub Jares" userId="c18f5b0f-b97a-4196-a6c1-7e21fe57be16" providerId="ADAL" clId="{BCC8628F-DF65-4749-9249-4482524D5B20}" dt="2025-12-11T09:43:20.894" v="1329" actId="47"/>
          <pc:sldLayoutMkLst>
            <pc:docMk/>
            <pc:sldMasterMk cId="0" sldId="2147483648"/>
            <pc:sldLayoutMk cId="1260433485" sldId="2147483674"/>
          </pc:sldLayoutMkLst>
        </pc:sldLayoutChg>
        <pc:sldLayoutChg chg="del">
          <pc:chgData name="Jakub Jares" userId="c18f5b0f-b97a-4196-a6c1-7e21fe57be16" providerId="ADAL" clId="{BCC8628F-DF65-4749-9249-4482524D5B20}" dt="2025-12-11T09:43:20.894" v="1329" actId="47"/>
          <pc:sldLayoutMkLst>
            <pc:docMk/>
            <pc:sldMasterMk cId="0" sldId="2147483648"/>
            <pc:sldLayoutMk cId="633159414" sldId="2147483675"/>
          </pc:sldLayoutMkLst>
        </pc:sldLayoutChg>
        <pc:sldLayoutChg chg="del">
          <pc:chgData name="Jakub Jares" userId="c18f5b0f-b97a-4196-a6c1-7e21fe57be16" providerId="ADAL" clId="{BCC8628F-DF65-4749-9249-4482524D5B20}" dt="2025-12-11T09:43:20.894" v="1329" actId="47"/>
          <pc:sldLayoutMkLst>
            <pc:docMk/>
            <pc:sldMasterMk cId="0" sldId="2147483648"/>
            <pc:sldLayoutMk cId="3402328784" sldId="2147483703"/>
          </pc:sldLayoutMkLst>
        </pc:sldLayoutChg>
        <pc:sldLayoutChg chg="del">
          <pc:chgData name="Jakub Jares" userId="c18f5b0f-b97a-4196-a6c1-7e21fe57be16" providerId="ADAL" clId="{BCC8628F-DF65-4749-9249-4482524D5B20}" dt="2025-12-11T09:43:20.894" v="1329" actId="47"/>
          <pc:sldLayoutMkLst>
            <pc:docMk/>
            <pc:sldMasterMk cId="0" sldId="2147483648"/>
            <pc:sldLayoutMk cId="3567470721" sldId="2147483704"/>
          </pc:sldLayoutMkLst>
        </pc:sldLayout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200k (100 classes, 2000 tests each)</c:v>
                </c:pt>
              </c:strCache>
            </c:strRef>
          </c:tx>
          <c:spPr>
            <a:ln w="19050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-0.10779846153155376"/>
                  <c:y val="-1.523239224028171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CEA6-4E10-AE58-44E853AAA149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CEA6-4E10-AE58-44E853AAA149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CEA6-4E10-AE58-44E853AAA14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4400" b="0" i="0" u="none" strike="noStrike" kern="1200" baseline="0">
                    <a:solidFill>
                      <a:schemeClr val="bg1"/>
                    </a:solidFill>
                    <a:latin typeface="Aptos" panose="020B00040202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3"/>
                <c:pt idx="0">
                  <c:v>v3.10.3</c:v>
                </c:pt>
                <c:pt idx="1">
                  <c:v>v3.11.0</c:v>
                </c:pt>
                <c:pt idx="2">
                  <c:v>v4.0.0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58.12</c:v>
                </c:pt>
                <c:pt idx="1">
                  <c:v>5.43</c:v>
                </c:pt>
                <c:pt idx="2">
                  <c:v>5.42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EA6-4E10-AE58-44E853AAA14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200k (1000 classes, 200 tests each)</c:v>
                </c:pt>
              </c:strCache>
            </c:strRef>
          </c:tx>
          <c:spPr>
            <a:ln w="19050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layout>
                <c:manualLayout>
                  <c:x val="-6.6397603117261367E-2"/>
                  <c:y val="-5.858612400108360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CEA6-4E10-AE58-44E853AAA149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CEA6-4E10-AE58-44E853AAA149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CEA6-4E10-AE58-44E853AAA14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4400" b="0" i="0" u="none" strike="noStrike" kern="1200" baseline="0">
                    <a:solidFill>
                      <a:schemeClr val="bg1"/>
                    </a:solidFill>
                    <a:latin typeface="Aptos" panose="020B00040202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3"/>
                <c:pt idx="0">
                  <c:v>v3.10.3</c:v>
                </c:pt>
                <c:pt idx="1">
                  <c:v>v3.11.0</c:v>
                </c:pt>
                <c:pt idx="2">
                  <c:v>v4.0.0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16.43</c:v>
                </c:pt>
                <c:pt idx="1">
                  <c:v>5.43</c:v>
                </c:pt>
                <c:pt idx="2">
                  <c:v>5.42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EA6-4E10-AE58-44E853AAA14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200k (20 classes, 10 000 tests each)</c:v>
                </c:pt>
              </c:strCache>
            </c:strRef>
          </c:tx>
          <c:spPr>
            <a:ln w="190500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layout>
                <c:manualLayout>
                  <c:x val="-8.7488606460391444E-2"/>
                  <c:y val="-2.812133952052009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EA6-4E10-AE58-44E853AAA149}"/>
                </c:ext>
              </c:extLst>
            </c:dLbl>
            <c:dLbl>
              <c:idx val="1"/>
              <c:layout>
                <c:manualLayout>
                  <c:x val="7.8114827196778076E-3"/>
                  <c:y val="-5.975784648110527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CEA6-4E10-AE58-44E853AAA149}"/>
                </c:ext>
              </c:extLst>
            </c:dLbl>
            <c:dLbl>
              <c:idx val="2"/>
              <c:layout>
                <c:manualLayout>
                  <c:x val="-7.8114827196778076E-3"/>
                  <c:y val="-6.444473640119195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CEA6-4E10-AE58-44E853AAA14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4400" b="0" i="0" u="none" strike="noStrike" kern="1200" baseline="0">
                    <a:solidFill>
                      <a:schemeClr val="bg1"/>
                    </a:solidFill>
                    <a:latin typeface="Aptos" panose="020B00040202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3"/>
                <c:pt idx="0">
                  <c:v>v3.10.3</c:v>
                </c:pt>
                <c:pt idx="1">
                  <c:v>v3.11.0</c:v>
                </c:pt>
                <c:pt idx="2">
                  <c:v>v4.0.0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8.1</c:v>
                </c:pt>
                <c:pt idx="1">
                  <c:v>5.43</c:v>
                </c:pt>
                <c:pt idx="2">
                  <c:v>5.42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EA6-4E10-AE58-44E853AAA14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378257568"/>
        <c:axId val="1378265248"/>
      </c:lineChart>
      <c:catAx>
        <c:axId val="13782575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381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4400" b="0" i="0" u="none" strike="noStrike" kern="1200" baseline="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+mn-cs"/>
              </a:defRPr>
            </a:pPr>
            <a:endParaRPr lang="en-US"/>
          </a:p>
        </c:txPr>
        <c:crossAx val="1378265248"/>
        <c:crosses val="autoZero"/>
        <c:auto val="1"/>
        <c:lblAlgn val="ctr"/>
        <c:lblOffset val="100"/>
        <c:noMultiLvlLbl val="0"/>
      </c:catAx>
      <c:valAx>
        <c:axId val="13782652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rgbClr val="1F1E32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38100">
            <a:solidFill>
              <a:schemeClr val="bg2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4400" b="0" i="0" u="none" strike="noStrike" kern="1200" baseline="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+mn-cs"/>
              </a:defRPr>
            </a:pPr>
            <a:endParaRPr lang="en-US"/>
          </a:p>
        </c:txPr>
        <c:crossAx val="1378257568"/>
        <c:crosses val="autoZero"/>
        <c:crossBetween val="between"/>
      </c:valAx>
      <c:spPr>
        <a:noFill/>
        <a:ln>
          <a:solidFill>
            <a:srgbClr val="1F1E32"/>
          </a:solidFill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4400" b="0" i="0" u="none" strike="noStrike" kern="1200" baseline="0">
              <a:solidFill>
                <a:schemeClr val="bg1"/>
              </a:solidFill>
              <a:latin typeface="Aptos" panose="020B0004020202020204" pitchFamily="34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190500">
      <a:solidFill>
        <a:srgbClr val="1F1E32"/>
      </a:solidFill>
    </a:ln>
    <a:effectLst/>
  </c:spPr>
  <c:txPr>
    <a:bodyPr/>
    <a:lstStyle/>
    <a:p>
      <a:pPr>
        <a:defRPr sz="4400" baseline="0">
          <a:solidFill>
            <a:schemeClr val="bg1"/>
          </a:solidFill>
          <a:latin typeface="Aptos" panose="020B0004020202020204" pitchFamily="34" charset="0"/>
        </a:defRPr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200k (100 classes, 2000 tests each)</c:v>
                </c:pt>
              </c:strCache>
            </c:strRef>
          </c:tx>
          <c:spPr>
            <a:ln w="19050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-0.10779846153155376"/>
                  <c:y val="-1.523239224028171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CEA6-4E10-AE58-44E853AAA149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CEA6-4E10-AE58-44E853AAA149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CEA6-4E10-AE58-44E853AAA14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4400" b="0" i="0" u="none" strike="noStrike" kern="1200" baseline="0">
                    <a:solidFill>
                      <a:schemeClr val="bg1"/>
                    </a:solidFill>
                    <a:latin typeface="Aptos" panose="020B00040202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3"/>
                <c:pt idx="0">
                  <c:v>v3.10.3</c:v>
                </c:pt>
                <c:pt idx="1">
                  <c:v>v3.11.0</c:v>
                </c:pt>
                <c:pt idx="2">
                  <c:v>v4.0.0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64.959999999999994</c:v>
                </c:pt>
                <c:pt idx="1">
                  <c:v>3.68</c:v>
                </c:pt>
                <c:pt idx="2">
                  <c:v>3.39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EA6-4E10-AE58-44E853AAA14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200k (1000 classes, 200 tests each)</c:v>
                </c:pt>
              </c:strCache>
            </c:strRef>
          </c:tx>
          <c:spPr>
            <a:ln w="19050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layout>
                <c:manualLayout>
                  <c:x val="-6.6397603117261367E-2"/>
                  <c:y val="-5.858612400108360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CEA6-4E10-AE58-44E853AAA149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CEA6-4E10-AE58-44E853AAA149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CEA6-4E10-AE58-44E853AAA14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4400" b="0" i="0" u="none" strike="noStrike" kern="1200" baseline="0">
                    <a:solidFill>
                      <a:schemeClr val="bg1"/>
                    </a:solidFill>
                    <a:latin typeface="Aptos" panose="020B00040202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3"/>
                <c:pt idx="0">
                  <c:v>v3.10.3</c:v>
                </c:pt>
                <c:pt idx="1">
                  <c:v>v3.11.0</c:v>
                </c:pt>
                <c:pt idx="2">
                  <c:v>v4.0.0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17.34</c:v>
                </c:pt>
                <c:pt idx="1">
                  <c:v>3.68</c:v>
                </c:pt>
                <c:pt idx="2">
                  <c:v>3.39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EA6-4E10-AE58-44E853AAA14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200k (20 classes, 10 000 tests each)</c:v>
                </c:pt>
              </c:strCache>
            </c:strRef>
          </c:tx>
          <c:spPr>
            <a:ln w="190500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layout>
                <c:manualLayout>
                  <c:x val="-8.7488606460391444E-2"/>
                  <c:y val="-2.812133952052009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EA6-4E10-AE58-44E853AAA149}"/>
                </c:ext>
              </c:extLst>
            </c:dLbl>
            <c:dLbl>
              <c:idx val="1"/>
              <c:layout>
                <c:manualLayout>
                  <c:x val="7.8114827196778076E-3"/>
                  <c:y val="-5.975784648110527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CEA6-4E10-AE58-44E853AAA149}"/>
                </c:ext>
              </c:extLst>
            </c:dLbl>
            <c:dLbl>
              <c:idx val="2"/>
              <c:layout>
                <c:manualLayout>
                  <c:x val="-7.8114827196778076E-3"/>
                  <c:y val="-6.444473640119195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CEA6-4E10-AE58-44E853AAA14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4400" b="0" i="0" u="none" strike="noStrike" kern="1200" baseline="0">
                    <a:solidFill>
                      <a:schemeClr val="bg1"/>
                    </a:solidFill>
                    <a:latin typeface="Aptos" panose="020B00040202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3"/>
                <c:pt idx="0">
                  <c:v>v3.10.3</c:v>
                </c:pt>
                <c:pt idx="1">
                  <c:v>v3.11.0</c:v>
                </c:pt>
                <c:pt idx="2">
                  <c:v>v4.0.0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6.52</c:v>
                </c:pt>
                <c:pt idx="1">
                  <c:v>3.68</c:v>
                </c:pt>
                <c:pt idx="2">
                  <c:v>3.39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EA6-4E10-AE58-44E853AAA14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378257568"/>
        <c:axId val="1378265248"/>
      </c:lineChart>
      <c:catAx>
        <c:axId val="13782575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381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4400" b="0" i="0" u="none" strike="noStrike" kern="1200" baseline="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+mn-cs"/>
              </a:defRPr>
            </a:pPr>
            <a:endParaRPr lang="en-US"/>
          </a:p>
        </c:txPr>
        <c:crossAx val="1378265248"/>
        <c:crosses val="autoZero"/>
        <c:auto val="1"/>
        <c:lblAlgn val="ctr"/>
        <c:lblOffset val="100"/>
        <c:noMultiLvlLbl val="0"/>
      </c:catAx>
      <c:valAx>
        <c:axId val="13782652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rgbClr val="1F1E32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38100">
            <a:solidFill>
              <a:schemeClr val="bg2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4400" b="0" i="0" u="none" strike="noStrike" kern="1200" baseline="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+mn-cs"/>
              </a:defRPr>
            </a:pPr>
            <a:endParaRPr lang="en-US"/>
          </a:p>
        </c:txPr>
        <c:crossAx val="1378257568"/>
        <c:crosses val="autoZero"/>
        <c:crossBetween val="between"/>
      </c:valAx>
      <c:spPr>
        <a:noFill/>
        <a:ln>
          <a:solidFill>
            <a:srgbClr val="1F1E32"/>
          </a:solidFill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4400" b="0" i="0" u="none" strike="noStrike" kern="1200" baseline="0">
              <a:solidFill>
                <a:schemeClr val="bg1"/>
              </a:solidFill>
              <a:latin typeface="Aptos" panose="020B0004020202020204" pitchFamily="34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190500">
      <a:solidFill>
        <a:srgbClr val="1F1E32"/>
      </a:solidFill>
    </a:ln>
    <a:effectLst/>
  </c:spPr>
  <c:txPr>
    <a:bodyPr/>
    <a:lstStyle/>
    <a:p>
      <a:pPr>
        <a:defRPr sz="4400" baseline="0">
          <a:solidFill>
            <a:schemeClr val="bg1"/>
          </a:solidFill>
          <a:latin typeface="Aptos" panose="020B0004020202020204" pitchFamily="34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7649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24AE30-8208-6310-B1DD-417B1C013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23FB4B-FA75-C0B5-9E6A-69154FC1A0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8788" y="3048000"/>
            <a:ext cx="14633576" cy="82311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975303-EF92-2DF2-D233-922F39AE67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6388"/>
            <a:ext cx="10972800" cy="960278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48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34098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gradFill>
          <a:gsLst>
            <a:gs pos="0">
              <a:srgbClr val="0657B2"/>
            </a:gs>
            <a:gs pos="100000">
              <a:srgbClr val="1E0756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7B5EEFF-2BB5-A52C-260D-554CFB70692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7175" cy="2648295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B2202B6-F7AE-4B3E-3EEE-7AD38C243F6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88058" y="1041400"/>
            <a:ext cx="11658600" cy="182880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ts val="15000"/>
              </a:lnSpc>
              <a:buNone/>
              <a:defRPr lang="en-US" sz="15000" b="1" i="0" kern="0" spc="-75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  <a:p>
            <a:pPr lvl="0"/>
            <a:endParaRPr lang="en-US"/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D6E4B5D0-1A1D-7256-DDEF-FFD34D9EC12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88058" y="2921000"/>
            <a:ext cx="11658600" cy="182880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ts val="15000"/>
              </a:lnSpc>
              <a:buNone/>
              <a:defRPr lang="en-US" sz="15000" b="0" i="0" kern="0" spc="-75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58028D-48E9-F953-AF99-287F28B4BC9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470317" y="1041400"/>
            <a:ext cx="1828800" cy="1828800"/>
          </a:xfrm>
          <a:prstGeom prst="rect">
            <a:avLst/>
          </a:prstGeom>
        </p:spPr>
      </p:pic>
      <p:pic>
        <p:nvPicPr>
          <p:cNvPr id="3" name="Picture 2" descr="A purple object with light beams">
            <a:extLst>
              <a:ext uri="{FF2B5EF4-FFF2-40B4-BE49-F238E27FC236}">
                <a16:creationId xmlns:a16="http://schemas.microsoft.com/office/drawing/2014/main" id="{B95DBEA6-A735-B2EF-582C-219438B2AB0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322730" y="3835400"/>
            <a:ext cx="24387175" cy="9554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9528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view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8CCBE980-1166-D64C-2757-75952975A306}"/>
              </a:ext>
            </a:extLst>
          </p:cNvPr>
          <p:cNvSpPr/>
          <p:nvPr userDrawn="1"/>
        </p:nvSpPr>
        <p:spPr>
          <a:xfrm>
            <a:off x="1143143" y="1143000"/>
            <a:ext cx="5334667" cy="11176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b="0" i="0">
              <a:latin typeface="Poppins" pitchFamily="2" charset="77"/>
            </a:endParaRPr>
          </a:p>
        </p:txBody>
      </p:sp>
      <p:sp>
        <p:nvSpPr>
          <p:cNvPr id="2" name="Text Placeholder 19">
            <a:extLst>
              <a:ext uri="{FF2B5EF4-FFF2-40B4-BE49-F238E27FC236}">
                <a16:creationId xmlns:a16="http://schemas.microsoft.com/office/drawing/2014/main" id="{14E009DD-D72C-4B45-F63A-1FE205A080E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13658" y="5018767"/>
            <a:ext cx="7010400" cy="189009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ts val="6800"/>
              </a:lnSpc>
              <a:buNone/>
              <a:defRPr lang="en-US" sz="6000" b="0" i="0" kern="0" spc="-120" dirty="0">
                <a:solidFill>
                  <a:schemeClr val="bg1"/>
                </a:solidFill>
                <a:latin typeface="Poppins" pitchFamily="2" charset="77"/>
                <a:ea typeface="Segoe UI Variable Display Bold" pitchFamily="34" charset="-122"/>
                <a:cs typeface="Poppins" pitchFamily="2" charset="77"/>
              </a:defRPr>
            </a:lvl1pPr>
          </a:lstStyle>
          <a:p>
            <a:pPr rtl="0"/>
            <a:r>
              <a:rPr lang="en-US" sz="6000" b="1" i="0" u="none" strike="noStrike" kern="1200" baseline="0">
                <a:solidFill>
                  <a:srgbClr val="FEFFFE"/>
                </a:solidFill>
                <a:latin typeface="Segoe UI Variable Display" pitchFamily="2" charset="0"/>
              </a:rPr>
              <a:t>Demo title with just two or three lines</a:t>
            </a:r>
          </a:p>
        </p:txBody>
      </p:sp>
      <p:sp>
        <p:nvSpPr>
          <p:cNvPr id="4" name="Text Placeholder 19">
            <a:extLst>
              <a:ext uri="{FF2B5EF4-FFF2-40B4-BE49-F238E27FC236}">
                <a16:creationId xmlns:a16="http://schemas.microsoft.com/office/drawing/2014/main" id="{9AC83446-32E5-DE05-6E80-6BA7D80EE2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13658" y="6968729"/>
            <a:ext cx="7010400" cy="93980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ts val="3600"/>
              </a:lnSpc>
              <a:buNone/>
              <a:defRPr lang="en-US" sz="2800" b="0" i="0" kern="0" spc="-56" dirty="0">
                <a:solidFill>
                  <a:schemeClr val="tx2"/>
                </a:solidFill>
                <a:latin typeface="Aptos" panose="020B0004020202020204" pitchFamily="34" charset="0"/>
                <a:ea typeface="+mn-ea"/>
                <a:cs typeface="+mn-cs"/>
              </a:defRPr>
            </a:lvl1pPr>
          </a:lstStyle>
          <a:p>
            <a:pPr rtl="0"/>
            <a:r>
              <a:rPr lang="en-US" sz="2800" b="0" i="0" u="none" strike="noStrike" kern="1200" baseline="0">
                <a:solidFill>
                  <a:srgbClr val="969696"/>
                </a:solidFill>
                <a:latin typeface="Segoe UI Variable Display Semib" pitchFamily="2" charset="0"/>
              </a:rPr>
              <a:t>Short list or description</a:t>
            </a:r>
          </a:p>
        </p:txBody>
      </p:sp>
      <p:sp>
        <p:nvSpPr>
          <p:cNvPr id="16" name="Text Placeholder 19">
            <a:extLst>
              <a:ext uri="{FF2B5EF4-FFF2-40B4-BE49-F238E27FC236}">
                <a16:creationId xmlns:a16="http://schemas.microsoft.com/office/drawing/2014/main" id="{AB42CAD9-06F1-08CF-1BDC-B4B1C7C1A92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113658" y="3274791"/>
            <a:ext cx="7010400" cy="3955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ts val="28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22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2000" b="0" i="0" u="none" strike="noStrike" kern="1200" baseline="0">
                <a:solidFill>
                  <a:srgbClr val="969696"/>
                </a:solidFill>
                <a:latin typeface="Segoe UI Variable Text Semibold" pitchFamily="2" charset="0"/>
              </a:rPr>
              <a:t>Public Preview / Q2 2025</a:t>
            </a:r>
            <a:endParaRPr lang="en-US" sz="2000" b="0" i="0" u="none" strike="noStrike" kern="1200" baseline="0">
              <a:solidFill>
                <a:srgbClr val="969696"/>
              </a:solidFill>
              <a:latin typeface="Calibri" panose="020F0502020204030204" pitchFamily="34" charset="0"/>
            </a:endParaRP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A044043-3763-4FD2-DBC5-3CE97B6763F0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10544175" y="1143000"/>
            <a:ext cx="12687300" cy="11315700"/>
          </a:xfrm>
          <a:prstGeom prst="roundRect">
            <a:avLst>
              <a:gd name="adj" fmla="val 3536"/>
            </a:avLst>
          </a:prstGeom>
          <a:noFill/>
          <a:ln w="38100">
            <a:gradFill>
              <a:gsLst>
                <a:gs pos="0">
                  <a:schemeClr val="accent3"/>
                </a:gs>
                <a:gs pos="32000">
                  <a:schemeClr val="accent6"/>
                </a:gs>
                <a:gs pos="65000">
                  <a:srgbClr val="8853F0"/>
                </a:gs>
                <a:gs pos="100000">
                  <a:schemeClr val="accent1"/>
                </a:gs>
              </a:gsLst>
              <a:lin ang="3000000" scaled="0"/>
            </a:gradFill>
          </a:ln>
          <a:effectLst>
            <a:glow rad="254000">
              <a:schemeClr val="accent4">
                <a:alpha val="9137"/>
              </a:schemeClr>
            </a:glo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lvl1pPr>
              <a:defRPr lang="en-US" sz="1800" b="0" i="0" dirty="0">
                <a:latin typeface="Poppins" pitchFamily="2" charset="77"/>
              </a:defRPr>
            </a:lvl1pPr>
          </a:lstStyle>
          <a:p>
            <a:pPr marL="0" lvl="0"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420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- plai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>
            <a:extLst>
              <a:ext uri="{FF2B5EF4-FFF2-40B4-BE49-F238E27FC236}">
                <a16:creationId xmlns:a16="http://schemas.microsoft.com/office/drawing/2014/main" id="{E67ADACF-F79B-A473-9CBA-8A380C9E1801}"/>
              </a:ext>
            </a:extLst>
          </p:cNvPr>
          <p:cNvSpPr/>
          <p:nvPr userDrawn="1"/>
        </p:nvSpPr>
        <p:spPr>
          <a:xfrm>
            <a:off x="1270159" y="2451100"/>
            <a:ext cx="10897962" cy="25908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b="0" i="0">
              <a:latin typeface="Poppins" pitchFamily="2" charset="77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1323E9C-20E1-B4DE-5B0A-AF0EE813E3D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330883" y="4306094"/>
            <a:ext cx="11674475" cy="51038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lang="en-US" sz="10000" b="0" i="0" kern="0" spc="-120" dirty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 spc="-120"/>
              <a:t>A large statement looks great with 10 words or less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616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ature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>
            <a:extLst>
              <a:ext uri="{FF2B5EF4-FFF2-40B4-BE49-F238E27FC236}">
                <a16:creationId xmlns:a16="http://schemas.microsoft.com/office/drawing/2014/main" id="{0256E2F0-88DF-8BF3-796F-C770A5748766}"/>
              </a:ext>
            </a:extLst>
          </p:cNvPr>
          <p:cNvSpPr/>
          <p:nvPr userDrawn="1"/>
        </p:nvSpPr>
        <p:spPr>
          <a:xfrm>
            <a:off x="1143143" y="1752600"/>
            <a:ext cx="10923365" cy="25908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b="0" i="0">
              <a:latin typeface="Poppins" pitchFamily="2" charset="77"/>
            </a:endParaRPr>
          </a:p>
        </p:txBody>
      </p:sp>
      <p:sp>
        <p:nvSpPr>
          <p:cNvPr id="2" name="Text Placeholder 19">
            <a:extLst>
              <a:ext uri="{FF2B5EF4-FFF2-40B4-BE49-F238E27FC236}">
                <a16:creationId xmlns:a16="http://schemas.microsoft.com/office/drawing/2014/main" id="{112F7974-15CA-0119-418A-955F7FE8380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60014" y="1705190"/>
            <a:ext cx="9721868" cy="263821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ts val="6800"/>
              </a:lnSpc>
              <a:buNone/>
              <a:defRPr lang="en-US" sz="6000" b="0" i="0" kern="0" spc="-72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6800"/>
              </a:lnSpc>
              <a:buNone/>
            </a:pPr>
            <a:r>
              <a:rPr lang="en-US" sz="6000" kern="0" spc="-120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The new Visual Studio 18 has even more collaboration and smart features</a:t>
            </a:r>
            <a:endParaRPr lang="en-US" sz="6000">
              <a:solidFill>
                <a:schemeClr val="bg1"/>
              </a:solidFill>
            </a:endParaRPr>
          </a:p>
        </p:txBody>
      </p:sp>
      <p:sp>
        <p:nvSpPr>
          <p:cNvPr id="10" name="Text Placeholder 19">
            <a:extLst>
              <a:ext uri="{FF2B5EF4-FFF2-40B4-BE49-F238E27FC236}">
                <a16:creationId xmlns:a16="http://schemas.microsoft.com/office/drawing/2014/main" id="{4F7779C9-1927-0E1A-FFAF-4EA7EB2F7E9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60014" y="1023296"/>
            <a:ext cx="9721868" cy="635000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ts val="4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2800" b="0" i="0" kern="0" spc="-56" dirty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ts val="4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800" kern="0" spc="-56">
                <a:solidFill>
                  <a:schemeClr val="bg2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Caption</a:t>
            </a:r>
            <a:endParaRPr lang="en-US" sz="2800">
              <a:solidFill>
                <a:schemeClr val="bg2"/>
              </a:solidFill>
            </a:endParaRPr>
          </a:p>
          <a:p>
            <a:pPr lvl="0"/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225ACA3-70FE-0BE6-8FFA-6578279A506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49879" y="4620708"/>
            <a:ext cx="8877892" cy="365763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2400" b="0" i="0">
                <a:solidFill>
                  <a:schemeClr val="bg2"/>
                </a:solidFill>
                <a:latin typeface="Aptos" panose="020B0004020202020204" pitchFamily="34" charset="0"/>
              </a:defRPr>
            </a:lvl1pPr>
          </a:lstStyle>
          <a:p>
            <a:pPr>
              <a:spcBef>
                <a:spcPts val="0"/>
              </a:spcBef>
            </a:pPr>
            <a:r>
              <a:rPr lang="en-US" kern="0" spc="-48">
                <a:latin typeface="Segoe UI Variable Display Semibold" pitchFamily="34" charset="0"/>
              </a:rPr>
              <a:t>Azure AI Foundry dolor sit </a:t>
            </a:r>
            <a:r>
              <a:rPr lang="en-US" kern="0" spc="-48" err="1">
                <a:latin typeface="Segoe UI Variable Display Semibold" pitchFamily="34" charset="0"/>
              </a:rPr>
              <a:t>amet</a:t>
            </a:r>
            <a:r>
              <a:rPr lang="en-US" kern="0" spc="-48">
                <a:latin typeface="Segoe UI Variable Display Semibold" pitchFamily="34" charset="0"/>
              </a:rPr>
              <a:t>, consectetur </a:t>
            </a:r>
            <a:r>
              <a:rPr lang="en-US" kern="0" spc="-48" err="1">
                <a:latin typeface="Segoe UI Variable Display Semibold" pitchFamily="34" charset="0"/>
              </a:rPr>
              <a:t>adipiscing</a:t>
            </a:r>
            <a:r>
              <a:rPr lang="en-US" kern="0" spc="-48">
                <a:latin typeface="Segoe UI Variable Display Semibold" pitchFamily="34" charset="0"/>
              </a:rPr>
              <a:t> </a:t>
            </a:r>
            <a:r>
              <a:rPr lang="en-US" kern="0" spc="-48" err="1">
                <a:latin typeface="Segoe UI Variable Display Semibold" pitchFamily="34" charset="0"/>
              </a:rPr>
              <a:t>elit</a:t>
            </a:r>
            <a:r>
              <a:rPr lang="en-US" kern="0" spc="-48">
                <a:latin typeface="Segoe UI Variable Display Semibold" pitchFamily="34" charset="0"/>
              </a:rPr>
              <a:t>, sed do </a:t>
            </a:r>
            <a:r>
              <a:rPr lang="en-US" kern="0" spc="-48" err="1">
                <a:latin typeface="Segoe UI Variable Display Semibold" pitchFamily="34" charset="0"/>
              </a:rPr>
              <a:t>eiusmod</a:t>
            </a:r>
            <a:r>
              <a:rPr lang="en-US" kern="0" spc="-48">
                <a:latin typeface="Segoe UI Variable Display Semibold" pitchFamily="34" charset="0"/>
              </a:rPr>
              <a:t> </a:t>
            </a:r>
            <a:r>
              <a:rPr lang="en-US" kern="0" spc="-48" err="1">
                <a:latin typeface="Segoe UI Variable Display Semibold" pitchFamily="34" charset="0"/>
              </a:rPr>
              <a:t>tempor</a:t>
            </a:r>
            <a:r>
              <a:rPr lang="en-US" kern="0" spc="-48">
                <a:latin typeface="Segoe UI Variable Display Semibold" pitchFamily="34" charset="0"/>
              </a:rPr>
              <a:t> </a:t>
            </a:r>
            <a:r>
              <a:rPr lang="en-US" kern="0" spc="-48" err="1">
                <a:latin typeface="Segoe UI Variable Display Semibold" pitchFamily="34" charset="0"/>
              </a:rPr>
              <a:t>incididunt</a:t>
            </a:r>
            <a:r>
              <a:rPr lang="en-US" kern="0" spc="-48">
                <a:latin typeface="Segoe UI Variable Display Semibold" pitchFamily="34" charset="0"/>
              </a:rPr>
              <a:t> </a:t>
            </a:r>
            <a:r>
              <a:rPr lang="en-US" kern="0" spc="-48" err="1">
                <a:latin typeface="Segoe UI Variable Display Semibold" pitchFamily="34" charset="0"/>
              </a:rPr>
              <a:t>ut</a:t>
            </a:r>
            <a:r>
              <a:rPr lang="en-US" kern="0" spc="-48">
                <a:latin typeface="Segoe UI Variable Display Semibold" pitchFamily="34" charset="0"/>
              </a:rPr>
              <a:t> labore et dolore magna </a:t>
            </a:r>
            <a:r>
              <a:rPr lang="en-US" kern="0" spc="-48" err="1">
                <a:latin typeface="Segoe UI Variable Display Semibold" pitchFamily="34" charset="0"/>
              </a:rPr>
              <a:t>aliqua</a:t>
            </a:r>
            <a:r>
              <a:rPr lang="en-US" kern="0" spc="-48">
                <a:latin typeface="Segoe UI Variable Display Semibold" pitchFamily="34" charset="0"/>
              </a:rPr>
              <a:t>. Ut </a:t>
            </a:r>
            <a:r>
              <a:rPr lang="en-US" kern="0" spc="-48" err="1">
                <a:latin typeface="Segoe UI Variable Display Semibold" pitchFamily="34" charset="0"/>
              </a:rPr>
              <a:t>enim</a:t>
            </a:r>
            <a:r>
              <a:rPr lang="en-US" kern="0" spc="-48">
                <a:latin typeface="Segoe UI Variable Display Semibold" pitchFamily="34" charset="0"/>
              </a:rPr>
              <a:t> ad minim </a:t>
            </a:r>
            <a:r>
              <a:rPr lang="en-US" kern="0" spc="-48" err="1">
                <a:latin typeface="Segoe UI Variable Display Semibold" pitchFamily="34" charset="0"/>
              </a:rPr>
              <a:t>veniam</a:t>
            </a:r>
            <a:r>
              <a:rPr lang="en-US" kern="0" spc="-48">
                <a:latin typeface="Segoe UI Variable Display Semibold" pitchFamily="34" charset="0"/>
              </a:rPr>
              <a:t>, </a:t>
            </a:r>
            <a:r>
              <a:rPr lang="en-US" kern="0" spc="-48" err="1">
                <a:latin typeface="Segoe UI Variable Display Semibold" pitchFamily="34" charset="0"/>
              </a:rPr>
              <a:t>quis</a:t>
            </a:r>
            <a:r>
              <a:rPr lang="en-US" kern="0" spc="-48">
                <a:latin typeface="Segoe UI Variable Display Semibold" pitchFamily="34" charset="0"/>
              </a:rPr>
              <a:t> </a:t>
            </a:r>
            <a:r>
              <a:rPr lang="en-US" kern="0" spc="-48" err="1">
                <a:latin typeface="Segoe UI Variable Display Semibold" pitchFamily="34" charset="0"/>
              </a:rPr>
              <a:t>nostrud</a:t>
            </a:r>
            <a:r>
              <a:rPr lang="en-US" kern="0" spc="-48">
                <a:latin typeface="Segoe UI Variable Display Semibold" pitchFamily="34" charset="0"/>
              </a:rPr>
              <a:t> exercitation </a:t>
            </a:r>
            <a:r>
              <a:rPr lang="en-US" kern="0" spc="-48" err="1">
                <a:latin typeface="Segoe UI Variable Display Semibold" pitchFamily="34" charset="0"/>
              </a:rPr>
              <a:t>ullamco</a:t>
            </a:r>
            <a:r>
              <a:rPr lang="en-US" kern="0" spc="-48">
                <a:latin typeface="Segoe UI Variable Display Semibold" pitchFamily="34" charset="0"/>
              </a:rPr>
              <a:t> </a:t>
            </a:r>
            <a:r>
              <a:rPr lang="en-US" kern="0" spc="-48" err="1">
                <a:latin typeface="Segoe UI Variable Display Semibold" pitchFamily="34" charset="0"/>
              </a:rPr>
              <a:t>laboris</a:t>
            </a:r>
            <a:r>
              <a:rPr lang="en-US" kern="0" spc="-48">
                <a:latin typeface="Segoe UI Variable Display Semibold" pitchFamily="34" charset="0"/>
              </a:rPr>
              <a:t> nisi </a:t>
            </a:r>
            <a:r>
              <a:rPr lang="en-US" kern="0" spc="-48" err="1">
                <a:latin typeface="Segoe UI Variable Display Semibold" pitchFamily="34" charset="0"/>
              </a:rPr>
              <a:t>ut</a:t>
            </a:r>
            <a:r>
              <a:rPr lang="en-US" kern="0" spc="-48">
                <a:latin typeface="Segoe UI Variable Display Semibold" pitchFamily="34" charset="0"/>
              </a:rPr>
              <a:t> </a:t>
            </a:r>
            <a:r>
              <a:rPr lang="en-US" kern="0" spc="-48" err="1">
                <a:latin typeface="Segoe UI Variable Display Semibold" pitchFamily="34" charset="0"/>
              </a:rPr>
              <a:t>aliquip</a:t>
            </a:r>
            <a:r>
              <a:rPr lang="en-US" kern="0" spc="-48">
                <a:latin typeface="Segoe UI Variable Display Semibold" pitchFamily="34" charset="0"/>
              </a:rPr>
              <a:t> ex </a:t>
            </a:r>
            <a:r>
              <a:rPr lang="en-US" kern="0" spc="-48" err="1">
                <a:latin typeface="Segoe UI Variable Display Semibold" pitchFamily="34" charset="0"/>
              </a:rPr>
              <a:t>ea</a:t>
            </a:r>
            <a:r>
              <a:rPr lang="en-US" kern="0" spc="-48">
                <a:latin typeface="Segoe UI Variable Display Semibold" pitchFamily="34" charset="0"/>
              </a:rPr>
              <a:t> </a:t>
            </a:r>
            <a:r>
              <a:rPr lang="en-US" kern="0" spc="-48" err="1">
                <a:latin typeface="Segoe UI Variable Display Semibold" pitchFamily="34" charset="0"/>
              </a:rPr>
              <a:t>commodo</a:t>
            </a:r>
            <a:r>
              <a:rPr lang="en-US" kern="0" spc="-48">
                <a:latin typeface="Segoe UI Variable Display Semibold" pitchFamily="34" charset="0"/>
              </a:rPr>
              <a:t> </a:t>
            </a:r>
            <a:r>
              <a:rPr lang="en-US" kern="0" spc="-48" err="1">
                <a:latin typeface="Segoe UI Variable Display Semibold" pitchFamily="34" charset="0"/>
              </a:rPr>
              <a:t>consequat</a:t>
            </a:r>
            <a:r>
              <a:rPr lang="en-US" kern="0" spc="-48">
                <a:latin typeface="Segoe UI Variable Display Semibold" pitchFamily="34" charset="0"/>
              </a:rPr>
              <a:t>.</a:t>
            </a:r>
          </a:p>
        </p:txBody>
      </p:sp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C5D96AC6-FF2D-F8C1-0CBC-D11DD057F032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12320588" y="1143000"/>
            <a:ext cx="11006137" cy="11430000"/>
          </a:xfrm>
          <a:prstGeom prst="roundRect">
            <a:avLst>
              <a:gd name="adj" fmla="val 4278"/>
            </a:avLst>
          </a:prstGeom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0093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9">
            <a:extLst>
              <a:ext uri="{FF2B5EF4-FFF2-40B4-BE49-F238E27FC236}">
                <a16:creationId xmlns:a16="http://schemas.microsoft.com/office/drawing/2014/main" id="{018E0206-ABFD-233B-CA82-D4589F7C8DB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57377" y="6096225"/>
            <a:ext cx="7010400" cy="128931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ts val="10800"/>
              </a:lnSpc>
              <a:buNone/>
              <a:defRPr lang="en-US" sz="10000" b="0" i="0" kern="0" spc="-12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10800"/>
              </a:lnSpc>
              <a:buNone/>
            </a:pPr>
            <a:r>
              <a:rPr lang="en-US" sz="10000" kern="0" spc="-400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Section title</a:t>
            </a:r>
            <a:endParaRPr lang="en-US" sz="10000">
              <a:solidFill>
                <a:schemeClr val="bg1"/>
              </a:solidFill>
            </a:endParaRPr>
          </a:p>
        </p:txBody>
      </p:sp>
      <p:sp>
        <p:nvSpPr>
          <p:cNvPr id="8" name="Text Placeholder 19">
            <a:extLst>
              <a:ext uri="{FF2B5EF4-FFF2-40B4-BE49-F238E27FC236}">
                <a16:creationId xmlns:a16="http://schemas.microsoft.com/office/drawing/2014/main" id="{3293E78D-709C-33A8-2CDF-C6266EB45DB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39105" y="6096226"/>
            <a:ext cx="1553370" cy="128931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ts val="10800"/>
              </a:lnSpc>
              <a:buNone/>
              <a:defRPr lang="en-US" sz="10000" b="0" i="0" kern="0" spc="-400" dirty="0">
                <a:solidFill>
                  <a:schemeClr val="tx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 sz="10000" kern="0" spc="-400">
                <a:solidFill>
                  <a:schemeClr val="bg2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01</a:t>
            </a:r>
            <a:endParaRPr lang="en-US"/>
          </a:p>
        </p:txBody>
      </p:sp>
      <p:pic>
        <p:nvPicPr>
          <p:cNvPr id="7" name="Picture 6" descr="A cartoon robot with a black background&#10;&#10;AI-generated content may be incorrect.">
            <a:extLst>
              <a:ext uri="{FF2B5EF4-FFF2-40B4-BE49-F238E27FC236}">
                <a16:creationId xmlns:a16="http://schemas.microsoft.com/office/drawing/2014/main" id="{FB84EBE4-D76E-246F-EA29-FA79222DA5F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621500" y="8761413"/>
            <a:ext cx="4383087" cy="4383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8604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9">
            <a:extLst>
              <a:ext uri="{FF2B5EF4-FFF2-40B4-BE49-F238E27FC236}">
                <a16:creationId xmlns:a16="http://schemas.microsoft.com/office/drawing/2014/main" id="{D1DA0781-BBE4-E3D7-52FC-37514CB1178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39108" y="6078642"/>
            <a:ext cx="7010400" cy="128931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ts val="10800"/>
              </a:lnSpc>
              <a:buNone/>
              <a:defRPr lang="en-US" sz="10000" b="0" i="0" kern="0" spc="-120" dirty="0" smtClean="0">
                <a:solidFill>
                  <a:srgbClr val="0F0F0F">
                    <a:alpha val="100000"/>
                  </a:srgbClr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10800"/>
              </a:lnSpc>
              <a:buNone/>
            </a:pPr>
            <a:r>
              <a:rPr lang="en-US" sz="10000" kern="0" spc="-400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Thank you</a:t>
            </a:r>
            <a:endParaRPr lang="en-US" sz="10000">
              <a:solidFill>
                <a:schemeClr val="bg1"/>
              </a:solidFill>
            </a:endParaRPr>
          </a:p>
        </p:txBody>
      </p:sp>
      <p:pic>
        <p:nvPicPr>
          <p:cNvPr id="15" name="Picture 14" descr="A purple square object with white text&#10;&#10;AI-generated content may be incorrect.">
            <a:extLst>
              <a:ext uri="{FF2B5EF4-FFF2-40B4-BE49-F238E27FC236}">
                <a16:creationId xmlns:a16="http://schemas.microsoft.com/office/drawing/2014/main" id="{93B04985-6D98-3A22-ECB5-A16BB5BB940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99175" y="186690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253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4771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88" r:id="rId3"/>
    <p:sldLayoutId id="2147483699" r:id="rId4"/>
    <p:sldLayoutId id="2147483700" r:id="rId5"/>
    <p:sldLayoutId id="2147483701" r:id="rId6"/>
    <p:sldLayoutId id="2147483702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aka.ms/testingplatform/extensions" TargetMode="External"/><Relationship Id="rId2" Type="http://schemas.openxmlformats.org/officeDocument/2006/relationships/hyperlink" Target="https://devblogs.microsoft.com/dotnet/dotnet-test-with-mtp/" TargetMode="Externa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aka.ms/mstest/migration-v4" TargetMode="Externa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aka.ms/mstest/migration-v4" TargetMode="External"/><Relationship Id="rId2" Type="http://schemas.openxmlformats.org/officeDocument/2006/relationships/hyperlink" Target="https://aka.ms/mstest/analyzers" TargetMode="Externa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github.com/microsoft/testfx" TargetMode="Externa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BF2D443-CCBA-F493-BB9C-5979025923D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3152" y="2995290"/>
            <a:ext cx="22540870" cy="1828800"/>
          </a:xfrm>
        </p:spPr>
        <p:txBody>
          <a:bodyPr/>
          <a:lstStyle/>
          <a:p>
            <a:r>
              <a:rPr lang="en-US" sz="14000" dirty="0"/>
              <a:t>dotnet test, </a:t>
            </a:r>
            <a:r>
              <a:rPr lang="en-US" sz="14000" dirty="0" err="1"/>
              <a:t>Microsoft.Testing.Platform</a:t>
            </a:r>
            <a:r>
              <a:rPr lang="en-US" sz="14000" dirty="0"/>
              <a:t> </a:t>
            </a:r>
            <a:r>
              <a:rPr lang="en-US" sz="14000" b="0" dirty="0"/>
              <a:t>&amp;</a:t>
            </a:r>
            <a:r>
              <a:rPr lang="en-US" sz="14000" dirty="0"/>
              <a:t> </a:t>
            </a:r>
            <a:r>
              <a:rPr lang="en-US" sz="14000" dirty="0" err="1"/>
              <a:t>MSTest</a:t>
            </a:r>
            <a:endParaRPr lang="en-US" sz="14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57981F-227E-29FE-3B14-7FCCEA31222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88058" y="2610456"/>
            <a:ext cx="11658600" cy="1828800"/>
          </a:xfrm>
        </p:spPr>
        <p:txBody>
          <a:bodyPr/>
          <a:lstStyle/>
          <a:p>
            <a:r>
              <a:rPr lang="en-US" dirty="0">
                <a:solidFill>
                  <a:srgbClr val="969696"/>
                </a:solidFill>
              </a:rPr>
              <a:t> 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D05337-37FD-C5AC-67B9-9A697F7BB2F4}"/>
              </a:ext>
            </a:extLst>
          </p:cNvPr>
          <p:cNvSpPr txBox="1"/>
          <p:nvPr/>
        </p:nvSpPr>
        <p:spPr>
          <a:xfrm>
            <a:off x="923152" y="983419"/>
            <a:ext cx="17969984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0" kern="0" spc="-750" dirty="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Best new features in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59224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65186-62AF-65AC-C655-F2CA40EB1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AF6EBF-30AD-B24F-7220-ECC9A80F390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57376" y="6096225"/>
            <a:ext cx="15064798" cy="1289311"/>
          </a:xfrm>
        </p:spPr>
        <p:txBody>
          <a:bodyPr/>
          <a:lstStyle/>
          <a:p>
            <a:r>
              <a:rPr lang="en-US" b="1" dirty="0"/>
              <a:t>dotnet test</a:t>
            </a:r>
          </a:p>
          <a:p>
            <a:pPr>
              <a:lnSpc>
                <a:spcPts val="2500"/>
              </a:lnSpc>
            </a:pPr>
            <a:r>
              <a:rPr lang="en-US" sz="6600" spc="-56" dirty="0">
                <a:solidFill>
                  <a:schemeClr val="bg2"/>
                </a:solidFill>
                <a:latin typeface="Aptos" panose="020B0004020202020204" pitchFamily="34" charset="0"/>
                <a:ea typeface="+mn-ea"/>
                <a:cs typeface="+mn-cs"/>
              </a:rPr>
              <a:t>&amp; </a:t>
            </a:r>
            <a:r>
              <a:rPr lang="en-US" sz="6600" spc="-56" dirty="0" err="1">
                <a:solidFill>
                  <a:schemeClr val="bg2"/>
                </a:solidFill>
                <a:latin typeface="Aptos" panose="020B0004020202020204" pitchFamily="34" charset="0"/>
                <a:ea typeface="+mn-ea"/>
                <a:cs typeface="+mn-cs"/>
              </a:rPr>
              <a:t>Microsoft.Testing.Platform</a:t>
            </a:r>
            <a:endParaRPr lang="en-US" sz="6600" spc="-56" dirty="0">
              <a:solidFill>
                <a:schemeClr val="bg2"/>
              </a:solidFill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B2F5B0-EE49-D75E-660E-88474ACF8A7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b="1">
                <a:solidFill>
                  <a:schemeClr val="bg2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260899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05213-FDB8-3AAE-61DF-3CE19DE84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01CF6E5-1799-0D41-0FAD-AB414B454D7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13658" y="5018767"/>
            <a:ext cx="7858892" cy="1890091"/>
          </a:xfrm>
        </p:spPr>
        <p:txBody>
          <a:bodyPr/>
          <a:lstStyle/>
          <a:p>
            <a:r>
              <a:rPr lang="en-US" dirty="0"/>
              <a:t>New UI &amp; useful plugins.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737C6-C101-8580-CA87-19F89C68EB7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  <a:latin typeface="Aptos" panose="020B0004020202020204" pitchFamily="34" charset="0"/>
              </a:rPr>
              <a:t>See how to activate the new dotnet test mode, and use our Retry and </a:t>
            </a:r>
            <a:r>
              <a:rPr lang="en-US" dirty="0" err="1">
                <a:solidFill>
                  <a:schemeClr val="bg2"/>
                </a:solidFill>
                <a:latin typeface="Aptos" panose="020B0004020202020204" pitchFamily="34" charset="0"/>
              </a:rPr>
              <a:t>AzureDev</a:t>
            </a:r>
            <a:r>
              <a:rPr lang="en-US" dirty="0" err="1">
                <a:solidFill>
                  <a:schemeClr val="bg2"/>
                </a:solidFill>
              </a:rPr>
              <a:t>Ops</a:t>
            </a:r>
            <a:r>
              <a:rPr lang="en-US" dirty="0">
                <a:solidFill>
                  <a:schemeClr val="bg2"/>
                </a:solidFill>
              </a:rPr>
              <a:t> plugin.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1A3EDB-49CF-BFF2-3708-021CBCB5EB5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  <a:latin typeface="Aptos" panose="020B0004020202020204" pitchFamily="34" charset="0"/>
              </a:rPr>
              <a:t>  </a:t>
            </a:r>
          </a:p>
        </p:txBody>
      </p:sp>
      <p:pic>
        <p:nvPicPr>
          <p:cNvPr id="12" name="Picture Placeholder 11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58E83220-CD15-60DB-FD52-6EFA15B24DF3}"/>
              </a:ext>
            </a:extLst>
          </p:cNvPr>
          <p:cNvPicPr>
            <a:picLocks noGrp="1" noChangeAspect="1"/>
          </p:cNvPicPr>
          <p:nvPr>
            <p:ph type="pic" sz="quarter" idx="28"/>
          </p:nvPr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prstGeom prst="roundRect">
            <a:avLst>
              <a:gd name="adj" fmla="val 3536"/>
            </a:avLst>
          </a:prstGeom>
          <a:blipFill>
            <a:blip r:embed="rId3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r="271"/>
            </a:stretch>
          </a:blipFill>
          <a:ln w="38100" cap="flat" cmpd="sng" algn="ctr">
            <a:gradFill>
              <a:gsLst>
                <a:gs pos="0">
                  <a:srgbClr val="D600AA"/>
                </a:gs>
                <a:gs pos="32000">
                  <a:srgbClr val="9DC3FF"/>
                </a:gs>
                <a:gs pos="65000">
                  <a:srgbClr val="8853F0"/>
                </a:gs>
                <a:gs pos="100000">
                  <a:srgbClr val="5728DC"/>
                </a:gs>
              </a:gsLst>
              <a:lin ang="3000000" scaled="0"/>
            </a:gradFill>
            <a:prstDash val="solid"/>
            <a:miter lim="800000"/>
          </a:ln>
          <a:effectLst>
            <a:glow rad="254000">
              <a:srgbClr val="EEEAFA">
                <a:alpha val="9137"/>
              </a:srgbClr>
            </a:glow>
            <a:softEdge rad="0"/>
          </a:effectLst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E3C899F-CBF3-E7DB-9A96-F3B39BB88ABB}"/>
              </a:ext>
            </a:extLst>
          </p:cNvPr>
          <p:cNvSpPr/>
          <p:nvPr/>
        </p:nvSpPr>
        <p:spPr>
          <a:xfrm>
            <a:off x="1153845" y="4042483"/>
            <a:ext cx="2434944" cy="604395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2">
                  <a:lumMod val="40000"/>
                  <a:lumOff val="60000"/>
                </a:schemeClr>
              </a:gs>
              <a:gs pos="99000">
                <a:schemeClr val="accent3">
                  <a:lumMod val="20000"/>
                  <a:lumOff val="80000"/>
                </a:schemeClr>
              </a:gs>
            </a:gsLst>
            <a:lin ang="3000000" scaled="0"/>
          </a:gra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ptos" panose="020B0004020202020204" pitchFamily="34" charset="0"/>
              </a:rPr>
              <a:t>dotnet test</a:t>
            </a:r>
          </a:p>
        </p:txBody>
      </p:sp>
    </p:spTree>
    <p:extLst>
      <p:ext uri="{BB962C8B-B14F-4D97-AF65-F5344CB8AC3E}">
        <p14:creationId xmlns:p14="http://schemas.microsoft.com/office/powerpoint/2010/main" val="25492803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F3D4EB77-5D3C-DEDC-16D1-33E884E58E07}"/>
              </a:ext>
            </a:extLst>
          </p:cNvPr>
          <p:cNvSpPr txBox="1">
            <a:spLocks/>
          </p:cNvSpPr>
          <p:nvPr/>
        </p:nvSpPr>
        <p:spPr>
          <a:xfrm>
            <a:off x="557874" y="486258"/>
            <a:ext cx="15064798" cy="1289311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Learn more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A10861B-BEC6-47CF-D09B-33954213535E}"/>
              </a:ext>
            </a:extLst>
          </p:cNvPr>
          <p:cNvSpPr/>
          <p:nvPr/>
        </p:nvSpPr>
        <p:spPr>
          <a:xfrm>
            <a:off x="557874" y="4337222"/>
            <a:ext cx="22895250" cy="2520778"/>
          </a:xfrm>
          <a:prstGeom prst="roundRect">
            <a:avLst/>
          </a:prstGeom>
          <a:solidFill>
            <a:srgbClr val="2F2C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https://devblogs.microsoft.com/dotnet/dotnet-test-with-mtp/</a:t>
            </a:r>
            <a:endParaRPr lang="en-US" sz="44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8CA16F7-B08A-1B56-865E-B64198967A1B}"/>
              </a:ext>
            </a:extLst>
          </p:cNvPr>
          <p:cNvSpPr/>
          <p:nvPr/>
        </p:nvSpPr>
        <p:spPr>
          <a:xfrm>
            <a:off x="557874" y="7405502"/>
            <a:ext cx="22895250" cy="2520778"/>
          </a:xfrm>
          <a:prstGeom prst="roundRect">
            <a:avLst/>
          </a:prstGeom>
          <a:solidFill>
            <a:srgbClr val="2F2C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https://aka.ms/testingplatform/extensions</a:t>
            </a:r>
            <a:endParaRPr lang="en-US" sz="44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81203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5A671-1A8F-82A6-8816-50ABBC8C85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80D8E48-75D1-A4F8-4737-14BDAC3368A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57376" y="6096225"/>
            <a:ext cx="7895383" cy="1289311"/>
          </a:xfrm>
        </p:spPr>
        <p:txBody>
          <a:bodyPr/>
          <a:lstStyle/>
          <a:p>
            <a:r>
              <a:rPr lang="en-US" b="1" dirty="0" err="1"/>
              <a:t>MSTest</a:t>
            </a:r>
            <a:endParaRPr lang="en-US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0223B9-0445-3FD6-CE2F-3256D493202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39104" y="6096226"/>
            <a:ext cx="1718271" cy="1289312"/>
          </a:xfrm>
        </p:spPr>
        <p:txBody>
          <a:bodyPr/>
          <a:lstStyle/>
          <a:p>
            <a:r>
              <a:rPr lang="en-US" b="1" dirty="0">
                <a:solidFill>
                  <a:schemeClr val="bg2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830611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AE392D-2C0B-7E29-91FF-92E2D40CC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59249FE-EC20-704C-9709-CFC05A62F3B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752907" y="2378440"/>
            <a:ext cx="14881360" cy="5103812"/>
          </a:xfrm>
        </p:spPr>
        <p:txBody>
          <a:bodyPr/>
          <a:lstStyle/>
          <a:p>
            <a:r>
              <a:rPr lang="en-US" b="1" dirty="0">
                <a:solidFill>
                  <a:srgbClr val="BCA9F1"/>
                </a:solidFill>
              </a:rPr>
              <a:t>🎉 </a:t>
            </a:r>
            <a:r>
              <a:rPr lang="en-US" b="1" dirty="0" err="1">
                <a:solidFill>
                  <a:srgbClr val="BCA9F1"/>
                </a:solidFill>
              </a:rPr>
              <a:t>MSTest</a:t>
            </a:r>
            <a:r>
              <a:rPr lang="en-US" b="1" dirty="0"/>
              <a:t> </a:t>
            </a:r>
            <a:r>
              <a:rPr lang="en-US" b="1" dirty="0">
                <a:solidFill>
                  <a:srgbClr val="BCA9F1"/>
                </a:solidFill>
              </a:rPr>
              <a:t>4.0.0</a:t>
            </a:r>
            <a:r>
              <a:rPr lang="en-US" b="1" dirty="0"/>
              <a:t> is available on nuget.org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DE73E77-10F2-030C-385C-CC94DECAB0A6}"/>
              </a:ext>
            </a:extLst>
          </p:cNvPr>
          <p:cNvSpPr/>
          <p:nvPr/>
        </p:nvSpPr>
        <p:spPr>
          <a:xfrm>
            <a:off x="745962" y="8517610"/>
            <a:ext cx="22895250" cy="2520778"/>
          </a:xfrm>
          <a:prstGeom prst="roundRect">
            <a:avLst/>
          </a:prstGeom>
          <a:solidFill>
            <a:srgbClr val="2F2C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https://aka.ms/mstest/migration-v4</a:t>
            </a:r>
            <a:endParaRPr lang="en-US" sz="44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56335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2B3DC5-9D4E-3624-F280-DB986CEDA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B8620D2-BA95-5BE3-1571-E7946CE0B9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13658" y="5018767"/>
            <a:ext cx="7858892" cy="1890091"/>
          </a:xfrm>
        </p:spPr>
        <p:txBody>
          <a:bodyPr/>
          <a:lstStyle/>
          <a:p>
            <a:r>
              <a:rPr lang="en-US" dirty="0"/>
              <a:t>Analyzers, Assertions and Attributes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BBB4D4-BF87-6258-273E-9911B457818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</a:rPr>
              <a:t>See the best new things in </a:t>
            </a:r>
            <a:r>
              <a:rPr lang="en-US" dirty="0" err="1">
                <a:solidFill>
                  <a:schemeClr val="bg2"/>
                </a:solidFill>
              </a:rPr>
              <a:t>MSTest</a:t>
            </a:r>
            <a:r>
              <a:rPr lang="en-US" dirty="0">
                <a:solidFill>
                  <a:schemeClr val="bg2"/>
                </a:solidFill>
              </a:rPr>
              <a:t>.</a:t>
            </a:r>
            <a:endParaRPr lang="en-US" dirty="0">
              <a:solidFill>
                <a:schemeClr val="bg2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0ED744-6990-2592-C681-A63F7107250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  <a:latin typeface="Aptos" panose="020B0004020202020204" pitchFamily="34" charset="0"/>
              </a:rPr>
              <a:t> 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2470F080-325C-4633-18DE-476F9B8FE4E9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10544175" y="1143000"/>
            <a:ext cx="12687300" cy="11315700"/>
          </a:xfrm>
          <a:blipFill>
            <a:blip r:embed="rId2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r="27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3BAC43F-DA91-F19E-A9B3-64100199CDE5}"/>
              </a:ext>
            </a:extLst>
          </p:cNvPr>
          <p:cNvSpPr/>
          <p:nvPr/>
        </p:nvSpPr>
        <p:spPr>
          <a:xfrm>
            <a:off x="1153845" y="4042483"/>
            <a:ext cx="2434944" cy="604395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2">
                  <a:lumMod val="40000"/>
                  <a:lumOff val="60000"/>
                </a:schemeClr>
              </a:gs>
              <a:gs pos="99000">
                <a:schemeClr val="accent3">
                  <a:lumMod val="20000"/>
                  <a:lumOff val="80000"/>
                </a:schemeClr>
              </a:gs>
            </a:gsLst>
            <a:lin ang="3000000" scaled="0"/>
          </a:gra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200" dirty="0" err="1">
                <a:solidFill>
                  <a:schemeClr val="tx1"/>
                </a:solidFill>
                <a:latin typeface="Aptos" panose="020B0004020202020204" pitchFamily="34" charset="0"/>
              </a:rPr>
              <a:t>MSTest</a:t>
            </a:r>
            <a:endParaRPr kumimoji="0" lang="en-US" sz="220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10531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C4ACD1-7842-D37A-3AEA-DF46BC595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C6E2EF65-4E0C-AB3B-A293-0662FF11A746}"/>
              </a:ext>
            </a:extLst>
          </p:cNvPr>
          <p:cNvSpPr txBox="1">
            <a:spLocks/>
          </p:cNvSpPr>
          <p:nvPr/>
        </p:nvSpPr>
        <p:spPr>
          <a:xfrm>
            <a:off x="557874" y="486258"/>
            <a:ext cx="15064798" cy="1289311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Learn more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3E67994-7B6D-99D6-44DA-53AE6FD1CC7D}"/>
              </a:ext>
            </a:extLst>
          </p:cNvPr>
          <p:cNvSpPr/>
          <p:nvPr/>
        </p:nvSpPr>
        <p:spPr>
          <a:xfrm>
            <a:off x="557874" y="4337222"/>
            <a:ext cx="22895250" cy="2520778"/>
          </a:xfrm>
          <a:prstGeom prst="roundRect">
            <a:avLst/>
          </a:prstGeom>
          <a:solidFill>
            <a:srgbClr val="2F2C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https://aka.ms/mstest/analyzers</a:t>
            </a:r>
            <a:endParaRPr lang="en-US" sz="44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3A98D05-FA23-1F37-43FB-E5580A87B221}"/>
              </a:ext>
            </a:extLst>
          </p:cNvPr>
          <p:cNvSpPr/>
          <p:nvPr/>
        </p:nvSpPr>
        <p:spPr>
          <a:xfrm>
            <a:off x="557874" y="7405502"/>
            <a:ext cx="22895250" cy="2520778"/>
          </a:xfrm>
          <a:prstGeom prst="roundRect">
            <a:avLst/>
          </a:prstGeom>
          <a:solidFill>
            <a:srgbClr val="2F2C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https://aka.ms/mstest/migration-v4</a:t>
            </a:r>
            <a:endParaRPr lang="en-US" sz="44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09278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9DA59C-7AD9-FACC-6DB5-B2DC3EACD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A10E6D4-B6E0-F3A1-E1C5-8DA79CD4285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57376" y="6096225"/>
            <a:ext cx="15703619" cy="1289311"/>
          </a:xfrm>
        </p:spPr>
        <p:txBody>
          <a:bodyPr/>
          <a:lstStyle/>
          <a:p>
            <a:r>
              <a:rPr lang="en-US" b="1" dirty="0"/>
              <a:t>Performance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33B78C-8B80-9C85-2A66-29943D2E75E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39104" y="6096226"/>
            <a:ext cx="1718271" cy="1289312"/>
          </a:xfrm>
        </p:spPr>
        <p:txBody>
          <a:bodyPr/>
          <a:lstStyle/>
          <a:p>
            <a:r>
              <a:rPr lang="en-US" b="1" dirty="0">
                <a:solidFill>
                  <a:schemeClr val="bg2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0353488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CC5C4F-911A-CCCD-1152-314692415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49A58EBF-1A3D-1F6B-8A31-E1FCF55907B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53814597"/>
              </p:ext>
            </p:extLst>
          </p:nvPr>
        </p:nvGraphicFramePr>
        <p:xfrm>
          <a:off x="4064529" y="2545492"/>
          <a:ext cx="18029351" cy="9731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EBB44233-B81C-FA5A-BA88-635C108C1F06}"/>
              </a:ext>
            </a:extLst>
          </p:cNvPr>
          <p:cNvSpPr txBox="1"/>
          <p:nvPr/>
        </p:nvSpPr>
        <p:spPr>
          <a:xfrm>
            <a:off x="1186249" y="930796"/>
            <a:ext cx="907011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Total </a:t>
            </a:r>
            <a:r>
              <a:rPr lang="cs-CZ" sz="6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time</a:t>
            </a:r>
            <a:r>
              <a:rPr lang="en-US" sz="6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(in </a:t>
            </a:r>
            <a:r>
              <a:rPr lang="cs-CZ" sz="6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seconds</a:t>
            </a:r>
            <a:r>
              <a:rPr lang="en-US" sz="6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3534848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D0D874-2D44-D6D3-99E8-915F604BB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BC4A03D8-9F44-74C9-0152-729618732BC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04763401"/>
              </p:ext>
            </p:extLst>
          </p:nvPr>
        </p:nvGraphicFramePr>
        <p:xfrm>
          <a:off x="4064529" y="2545492"/>
          <a:ext cx="18029351" cy="9731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96C9DB76-3B3E-058F-5478-72EC0A286A72}"/>
              </a:ext>
            </a:extLst>
          </p:cNvPr>
          <p:cNvSpPr txBox="1"/>
          <p:nvPr/>
        </p:nvSpPr>
        <p:spPr>
          <a:xfrm>
            <a:off x="1186249" y="930796"/>
            <a:ext cx="1285800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Total memory allocations (in GB)</a:t>
            </a:r>
          </a:p>
        </p:txBody>
      </p:sp>
    </p:spTree>
    <p:extLst>
      <p:ext uri="{BB962C8B-B14F-4D97-AF65-F5344CB8AC3E}">
        <p14:creationId xmlns:p14="http://schemas.microsoft.com/office/powerpoint/2010/main" val="12840370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BF497F-1B27-2ED5-6748-2FB9749040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A56545F-4259-5855-12CD-1375C8A2274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57376" y="6096225"/>
            <a:ext cx="7895383" cy="1289311"/>
          </a:xfrm>
        </p:spPr>
        <p:txBody>
          <a:bodyPr/>
          <a:lstStyle/>
          <a:p>
            <a:r>
              <a:rPr lang="en-US" b="1" dirty="0"/>
              <a:t>Summary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7D9353-05C5-3878-E00B-302331E1A6E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39103" y="6096226"/>
            <a:ext cx="2371361" cy="1289312"/>
          </a:xfrm>
        </p:spPr>
        <p:txBody>
          <a:bodyPr/>
          <a:lstStyle/>
          <a:p>
            <a:r>
              <a:rPr lang="en-US" b="1" dirty="0">
                <a:solidFill>
                  <a:schemeClr val="bg2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367996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268F8-F4B1-DF50-C185-7623A46AC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81B9240-765D-5DA9-77D0-B702509AC96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60014" y="1806788"/>
            <a:ext cx="10099053" cy="2638210"/>
          </a:xfrm>
        </p:spPr>
        <p:txBody>
          <a:bodyPr/>
          <a:lstStyle/>
          <a:p>
            <a:r>
              <a:rPr lang="en-US" spc="-120" dirty="0"/>
              <a:t>Please try our latest features.</a:t>
            </a:r>
            <a:br>
              <a:rPr lang="en-US" spc="-120" dirty="0"/>
            </a:br>
            <a:br>
              <a:rPr lang="en-US" spc="-120" dirty="0"/>
            </a:br>
            <a:r>
              <a:rPr lang="en-US" spc="-120" dirty="0"/>
              <a:t>We are looking for your feedback: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175256-C153-8551-7830-BC8A29457B2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dirty="0"/>
              <a:t>That's all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41E622-0D7C-4F82-42B9-B6E975E91A2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049879" y="6521698"/>
            <a:ext cx="14346640" cy="3657635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sz="6000" kern="0" spc="-48" dirty="0">
                <a:solidFill>
                  <a:srgbClr val="BCA9F1"/>
                </a:solidFill>
                <a:latin typeface="Poppins" panose="00000500000000000000" pitchFamily="2" charset="0"/>
                <a:cs typeface="Poppins" panose="00000500000000000000" pitchFamily="2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https://github.com/microsoft/testfx</a:t>
            </a:r>
            <a:endParaRPr lang="en-US" sz="6000" kern="0" spc="-48" dirty="0">
              <a:solidFill>
                <a:srgbClr val="BCA9F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6" name="Picture 5" descr="A purple robot with a black background&#10;&#10;AI-generated content may be incorrect.">
            <a:extLst>
              <a:ext uri="{FF2B5EF4-FFF2-40B4-BE49-F238E27FC236}">
                <a16:creationId xmlns:a16="http://schemas.microsoft.com/office/drawing/2014/main" id="{E11E2DC2-BA02-EE97-364C-28DC8AB96A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49044" y="2641202"/>
            <a:ext cx="7538131" cy="7538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20133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015AD5-BE55-3410-874B-E3B3D1333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31EBA9C-EC8D-B08C-0E8C-2BCF69A530F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b="1" spc="-400">
                <a:solidFill>
                  <a:schemeClr val="bg1"/>
                </a:solidFill>
              </a:rPr>
              <a:t>Thank you</a:t>
            </a:r>
            <a:endParaRPr lang="en-US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2958074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Custom 68">
      <a:dk1>
        <a:srgbClr val="000000"/>
      </a:dk1>
      <a:lt1>
        <a:srgbClr val="FEFFFE"/>
      </a:lt1>
      <a:dk2>
        <a:srgbClr val="1F1E32"/>
      </a:dk2>
      <a:lt2>
        <a:srgbClr val="A5A6A6"/>
      </a:lt2>
      <a:accent1>
        <a:srgbClr val="5728DC"/>
      </a:accent1>
      <a:accent2>
        <a:srgbClr val="0B6BFF"/>
      </a:accent2>
      <a:accent3>
        <a:srgbClr val="D600AA"/>
      </a:accent3>
      <a:accent4>
        <a:srgbClr val="EEEAFA"/>
      </a:accent4>
      <a:accent5>
        <a:srgbClr val="B9AAEE"/>
      </a:accent5>
      <a:accent6>
        <a:srgbClr val="9DC3FF"/>
      </a:accent6>
      <a:hlink>
        <a:srgbClr val="800066"/>
      </a:hlink>
      <a:folHlink>
        <a:srgbClr val="EF99DD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lcf76f155ced4ddcb4097134ff3c332f xmlns="74c18777-103c-41e9-a015-2fe71723a707">
      <Terms xmlns="http://schemas.microsoft.com/office/infopath/2007/PartnerControls"/>
    </lcf76f155ced4ddcb4097134ff3c332f>
    <_ip_UnifiedCompliancePolicyProperties xmlns="http://schemas.microsoft.com/sharepoint/v3" xsi:nil="true"/>
    <TaxCatchAll xmlns="230e9df3-be65-4c73-a93b-d1236ebd677e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0052F01250B3C4EA35319BECB5180E2" ma:contentTypeVersion="22" ma:contentTypeDescription="Create a new document." ma:contentTypeScope="" ma:versionID="96588bb72aa1f89cbba4d25d97eaf028">
  <xsd:schema xmlns:xsd="http://www.w3.org/2001/XMLSchema" xmlns:xs="http://www.w3.org/2001/XMLSchema" xmlns:p="http://schemas.microsoft.com/office/2006/metadata/properties" xmlns:ns1="http://schemas.microsoft.com/sharepoint/v3" xmlns:ns2="74c18777-103c-41e9-a015-2fe71723a707" xmlns:ns3="9db526e3-7318-4ba8-96a2-8e5be2712bf3" xmlns:ns4="230e9df3-be65-4c73-a93b-d1236ebd677e" targetNamespace="http://schemas.microsoft.com/office/2006/metadata/properties" ma:root="true" ma:fieldsID="f15e8688859909b215c574a0bc2ed038" ns1:_="" ns2:_="" ns3:_="" ns4:_="">
    <xsd:import namespace="http://schemas.microsoft.com/sharepoint/v3"/>
    <xsd:import namespace="74c18777-103c-41e9-a015-2fe71723a707"/>
    <xsd:import namespace="9db526e3-7318-4ba8-96a2-8e5be2712bf3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4:TaxCatchAll" minOccurs="0"/>
                <xsd:element ref="ns1:_ip_UnifiedCompliancePolicyProperties" minOccurs="0"/>
                <xsd:element ref="ns1:_ip_UnifiedCompliancePolicyUIAction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3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4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4c18777-103c-41e9-a015-2fe71723a70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6" nillable="true" ma:displayName="Location" ma:internalName="MediaServiceLocatio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26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2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BillingMetadata" ma:index="28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db526e3-7318-4ba8-96a2-8e5be2712bf3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2" nillable="true" ma:displayName="Taxonomy Catch All Column" ma:hidden="true" ma:list="{541692f7-c488-49e5-831f-b89804a85714}" ma:internalName="TaxCatchAll" ma:showField="CatchAllData" ma:web="9db526e3-7318-4ba8-96a2-8e5be2712bf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B29EBB6-9BE6-4823-87B7-48129F90C0A4}">
  <ds:schemaRefs>
    <ds:schemaRef ds:uri="230e9df3-be65-4c73-a93b-d1236ebd677e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9db526e3-7318-4ba8-96a2-8e5be2712bf3"/>
    <ds:schemaRef ds:uri="74c18777-103c-41e9-a015-2fe71723a707"/>
    <ds:schemaRef ds:uri="http://purl.org/dc/elements/1.1/"/>
    <ds:schemaRef ds:uri="http://schemas.microsoft.com/office/2006/metadata/properties"/>
    <ds:schemaRef ds:uri="http://schemas.microsoft.com/sharepoint/v3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FA3D010E-C4B4-485D-8747-B24908B86D69}">
  <ds:schemaRefs>
    <ds:schemaRef ds:uri="230e9df3-be65-4c73-a93b-d1236ebd677e"/>
    <ds:schemaRef ds:uri="74c18777-103c-41e9-a015-2fe71723a707"/>
    <ds:schemaRef ds:uri="9db526e3-7318-4ba8-96a2-8e5be2712bf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F7B16A34-4DC9-408D-BB09-3A8D4E106F2E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87867195-f2b8-4ac2-b0b6-6bb73cb33af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1335</TotalTime>
  <Words>179</Words>
  <Application>Microsoft Office PowerPoint</Application>
  <PresentationFormat>Custom</PresentationFormat>
  <Paragraphs>39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Aptos</vt:lpstr>
      <vt:lpstr>Arial</vt:lpstr>
      <vt:lpstr>Calibri</vt:lpstr>
      <vt:lpstr>Poppins</vt:lpstr>
      <vt:lpstr>Segoe UI Variable Display</vt:lpstr>
      <vt:lpstr>Segoe UI Variable Display Semib</vt:lpstr>
      <vt:lpstr>Segoe UI Variable Display Semibold</vt:lpstr>
      <vt:lpstr>Segoe UI Variable Text Semibold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CoreAI-Template2025</dc:title>
  <dc:subject>PptxGenJS Presentation</dc:subject>
  <dc:creator>PptxGenJS</dc:creator>
  <cp:lastModifiedBy>Jon Galloway</cp:lastModifiedBy>
  <cp:revision>6</cp:revision>
  <dcterms:created xsi:type="dcterms:W3CDTF">2025-05-28T19:55:54Z</dcterms:created>
  <dcterms:modified xsi:type="dcterms:W3CDTF">2026-01-06T21:11:35Z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0x010100E0052F01250B3C4EA35319BECB5180E2</vt:lpwstr>
  </property>
  <property fmtid="{D5CDD505-2E9C-101B-9397-08002B2CF9AE}" pid="3" name="MediaServiceImageTags">
    <vt:lpwstr/>
  </property>
</Properties>
</file>