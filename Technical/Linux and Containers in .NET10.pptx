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440" r:id="rId5"/>
    <p:sldId id="515" r:id="rId6"/>
    <p:sldId id="520" r:id="rId7"/>
    <p:sldId id="498" r:id="rId8"/>
    <p:sldId id="499" r:id="rId9"/>
    <p:sldId id="522" r:id="rId10"/>
    <p:sldId id="521" r:id="rId11"/>
    <p:sldId id="524" r:id="rId12"/>
    <p:sldId id="508" r:id="rId13"/>
    <p:sldId id="507" r:id="rId14"/>
    <p:sldId id="510" r:id="rId15"/>
    <p:sldId id="525" r:id="rId16"/>
    <p:sldId id="516" r:id="rId17"/>
    <p:sldId id="517" r:id="rId18"/>
    <p:sldId id="518" r:id="rId19"/>
    <p:sldId id="519" r:id="rId20"/>
    <p:sldId id="509" r:id="rId21"/>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tual Deck" id="{66A85E84-F8D9-4860-BFCC-5ECCC93AA047}">
          <p14:sldIdLst/>
        </p14:section>
        <p14:section name="Template guide" id="{51F357DC-A115-394D-B604-4FA5C1686966}">
          <p14:sldIdLst/>
        </p14:section>
        <p14:section name="Light mode" id="{C4C0FC95-CE39-424C-AFAA-2F5DBEAEEBC7}">
          <p14:sldIdLst>
            <p14:sldId id="440"/>
            <p14:sldId id="515"/>
            <p14:sldId id="520"/>
            <p14:sldId id="498"/>
            <p14:sldId id="499"/>
            <p14:sldId id="522"/>
            <p14:sldId id="521"/>
            <p14:sldId id="524"/>
            <p14:sldId id="508"/>
            <p14:sldId id="507"/>
            <p14:sldId id="510"/>
            <p14:sldId id="525"/>
            <p14:sldId id="516"/>
            <p14:sldId id="517"/>
            <p14:sldId id="518"/>
            <p14:sldId id="519"/>
            <p14:sldId id="509"/>
          </p14:sldIdLst>
        </p14:section>
        <p14:section name="Template Slides" id="{072FA43C-84DE-4F58-AFAC-2E15CB7897A4}">
          <p14:sldIdLst/>
        </p14:section>
        <p14:section name="Dark mode" id="{AF4AF534-2BDC-F341-B7D3-F0607F29D77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72C87E-4202-F53E-6C5A-D1028A74655F}" name="Chet Husk" initials="CH" userId="S::chethusk@microsoft.com::5dab1ff2-2e03-4113-bed8-b4b407f978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B3FA"/>
    <a:srgbClr val="3D8AFF"/>
    <a:srgbClr val="C1BCF3"/>
    <a:srgbClr val="1E0756"/>
    <a:srgbClr val="0657B2"/>
    <a:srgbClr val="EEEAFA"/>
    <a:srgbClr val="1F1E32"/>
    <a:srgbClr val="F4B1C9"/>
    <a:srgbClr val="EF99DD"/>
    <a:srgbClr val="D60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8"/>
  </p:normalViewPr>
  <p:slideViewPr>
    <p:cSldViewPr snapToGrid="0">
      <p:cViewPr varScale="1">
        <p:scale>
          <a:sx n="49" d="100"/>
          <a:sy n="49" d="100"/>
        </p:scale>
        <p:origin x="98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649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Linger on this slide to allow for the edit to capture this.</a:t>
            </a:r>
          </a:p>
          <a:p>
            <a:endParaRPr lang="en-US"/>
          </a:p>
          <a:p>
            <a:r>
              <a:rPr lang="en-US"/>
              <a:t>25m, 5m Q&amp;A.</a:t>
            </a:r>
          </a:p>
          <a:p>
            <a:r>
              <a:rPr lang="en-US"/>
              <a:t>Timer will be set to 25m.</a:t>
            </a:r>
          </a:p>
        </p:txBody>
      </p:sp>
    </p:spTree>
    <p:extLst>
      <p:ext uri="{BB962C8B-B14F-4D97-AF65-F5344CB8AC3E}">
        <p14:creationId xmlns:p14="http://schemas.microsoft.com/office/powerpoint/2010/main" val="2165265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F2825-7A9C-62DC-C355-B4F6342C9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959A2-DEB7-50D9-E51E-FA5E139E722F}"/>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BE6F98B-85B7-453F-1DBF-02C1D15BBC53}"/>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2625581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286B-33C2-548B-1231-FCD05FB03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020DA-5F11-FF90-1862-683ABC543A2B}"/>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9863CF9-EDAD-116D-05E4-437DFC2489E6}"/>
              </a:ext>
            </a:extLst>
          </p:cNvPr>
          <p:cNvSpPr>
            <a:spLocks noGrp="1"/>
          </p:cNvSpPr>
          <p:nvPr>
            <p:ph type="body" idx="1"/>
          </p:nvPr>
        </p:nvSpPr>
        <p:spPr>
          <a:xfrm>
            <a:off x="1371600" y="11736388"/>
            <a:ext cx="10972800" cy="9602787"/>
          </a:xfrm>
          <a:prstGeom prst="rect">
            <a:avLst/>
          </a:prstGeom>
        </p:spPr>
        <p:txBody>
          <a:bodyPr/>
          <a:lstStyle/>
          <a:p>
            <a:r>
              <a:rPr lang="en-US">
                <a:latin typeface="Calibri"/>
                <a:ea typeface="Calibri"/>
                <a:cs typeface="Calibri"/>
              </a:rPr>
              <a:t>Also do a </a:t>
            </a:r>
            <a:r>
              <a:rPr lang="en-US" err="1">
                <a:latin typeface="Calibri"/>
                <a:ea typeface="Calibri"/>
                <a:cs typeface="Calibri"/>
              </a:rPr>
              <a:t>dockerfile</a:t>
            </a:r>
            <a:r>
              <a:rPr lang="en-US">
                <a:latin typeface="Calibri"/>
                <a:ea typeface="Calibri"/>
                <a:cs typeface="Calibri"/>
              </a:rPr>
              <a:t>-based demo here to show we didn't leave those folks behind – use the </a:t>
            </a:r>
            <a:r>
              <a:rPr lang="en-US" err="1">
                <a:latin typeface="Calibri"/>
                <a:ea typeface="Calibri"/>
                <a:cs typeface="Calibri"/>
              </a:rPr>
              <a:t>globalapp</a:t>
            </a:r>
            <a:r>
              <a:rPr lang="en-US">
                <a:latin typeface="Calibri"/>
                <a:ea typeface="Calibri"/>
                <a:cs typeface="Calibri"/>
              </a:rPr>
              <a:t> </a:t>
            </a:r>
            <a:r>
              <a:rPr lang="en-US" err="1">
                <a:latin typeface="Calibri"/>
                <a:ea typeface="Calibri"/>
                <a:cs typeface="Calibri"/>
              </a:rPr>
              <a:t>Dockerfile.ubuntu</a:t>
            </a:r>
            <a:r>
              <a:rPr lang="en-US">
                <a:latin typeface="Calibri"/>
                <a:ea typeface="Calibri"/>
                <a:cs typeface="Calibri"/>
              </a:rPr>
              <a:t>-chiseled:</a:t>
            </a:r>
            <a:br>
              <a:rPr lang="en-US">
                <a:latin typeface="Calibri"/>
                <a:ea typeface="Calibri"/>
                <a:cs typeface="Calibri"/>
              </a:rPr>
            </a:br>
            <a:r>
              <a:rPr lang="en-US">
                <a:latin typeface="Calibri"/>
                <a:ea typeface="Calibri"/>
                <a:cs typeface="Calibri"/>
              </a:rPr>
              <a:t>docker build –f </a:t>
            </a:r>
            <a:r>
              <a:rPr lang="en-US" err="1"/>
              <a:t>Dockerfile.ubuntu</a:t>
            </a:r>
            <a:r>
              <a:rPr lang="en-US"/>
              <a:t>-chiseled . -t </a:t>
            </a:r>
            <a:r>
              <a:rPr lang="en-US" err="1"/>
              <a:t>globalapp:chiseled-dockerfile</a:t>
            </a:r>
            <a:br>
              <a:rPr lang="en-US">
                <a:cs typeface="+mn-lt"/>
              </a:rPr>
            </a:br>
            <a:r>
              <a:rPr lang="en-US">
                <a:latin typeface="Aptos"/>
                <a:ea typeface="Calibri"/>
                <a:cs typeface="Calibri"/>
              </a:rPr>
              <a:t>compare/contrast the labels/</a:t>
            </a:r>
            <a:r>
              <a:rPr lang="en-US" err="1">
                <a:latin typeface="Aptos"/>
                <a:ea typeface="Calibri"/>
                <a:cs typeface="Calibri"/>
              </a:rPr>
              <a:t>etc</a:t>
            </a:r>
            <a:r>
              <a:rPr lang="en-US">
                <a:latin typeface="Aptos"/>
                <a:ea typeface="Calibri"/>
                <a:cs typeface="Calibri"/>
              </a:rPr>
              <a:t>: </a:t>
            </a:r>
            <a:r>
              <a:rPr lang="en-US"/>
              <a:t>docker inspect </a:t>
            </a:r>
            <a:r>
              <a:rPr lang="en-US" err="1"/>
              <a:t>globalapp:chiseled-dockerfile</a:t>
            </a:r>
            <a:r>
              <a:rPr lang="en-US"/>
              <a:t> | </a:t>
            </a:r>
            <a:r>
              <a:rPr lang="en-US" err="1"/>
              <a:t>jq</a:t>
            </a:r>
            <a:r>
              <a:rPr lang="en-US"/>
              <a:t> '.[].</a:t>
            </a:r>
            <a:r>
              <a:rPr lang="en-US" err="1"/>
              <a:t>Config.Labels</a:t>
            </a:r>
            <a:r>
              <a:rPr lang="en-US"/>
              <a:t>'</a:t>
            </a:r>
            <a:endParaRPr lang="en-US">
              <a:latin typeface="Aptos"/>
              <a:ea typeface="Calibri"/>
              <a:cs typeface="Calibri"/>
            </a:endParaRPr>
          </a:p>
          <a:p>
            <a:endParaRPr lang="en-US">
              <a:latin typeface="Aptos"/>
              <a:ea typeface="Calibri"/>
              <a:cs typeface="Calibri"/>
            </a:endParaRPr>
          </a:p>
        </p:txBody>
      </p:sp>
    </p:spTree>
    <p:extLst>
      <p:ext uri="{BB962C8B-B14F-4D97-AF65-F5344CB8AC3E}">
        <p14:creationId xmlns:p14="http://schemas.microsoft.com/office/powerpoint/2010/main" val="2934334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D0D25-AD89-7EDB-F2D6-D42E854E7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B61C9-C93F-10AA-6886-1BA4CBE38C97}"/>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442D3AE-7AB8-A691-D69D-692DE47B1BFC}"/>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1251928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latin typeface="Calibri"/>
                <a:ea typeface="Calibri"/>
                <a:cs typeface="Calibri"/>
              </a:rPr>
              <a:t>Also do a </a:t>
            </a:r>
            <a:r>
              <a:rPr lang="en-US" err="1">
                <a:latin typeface="Calibri"/>
                <a:ea typeface="Calibri"/>
                <a:cs typeface="Calibri"/>
              </a:rPr>
              <a:t>dockerfile</a:t>
            </a:r>
            <a:r>
              <a:rPr lang="en-US">
                <a:latin typeface="Calibri"/>
                <a:ea typeface="Calibri"/>
                <a:cs typeface="Calibri"/>
              </a:rPr>
              <a:t>-based demo here to show we didn't leave those folks behind – use the </a:t>
            </a:r>
            <a:r>
              <a:rPr lang="en-US" err="1">
                <a:latin typeface="Calibri"/>
                <a:ea typeface="Calibri"/>
                <a:cs typeface="Calibri"/>
              </a:rPr>
              <a:t>globalapp</a:t>
            </a:r>
            <a:r>
              <a:rPr lang="en-US">
                <a:latin typeface="Calibri"/>
                <a:ea typeface="Calibri"/>
                <a:cs typeface="Calibri"/>
              </a:rPr>
              <a:t> </a:t>
            </a:r>
            <a:r>
              <a:rPr lang="en-US" err="1">
                <a:latin typeface="Calibri"/>
                <a:ea typeface="Calibri"/>
                <a:cs typeface="Calibri"/>
              </a:rPr>
              <a:t>Dockerfile.ubuntu</a:t>
            </a:r>
            <a:r>
              <a:rPr lang="en-US">
                <a:latin typeface="Calibri"/>
                <a:ea typeface="Calibri"/>
                <a:cs typeface="Calibri"/>
              </a:rPr>
              <a:t>-chiseled:</a:t>
            </a:r>
            <a:br>
              <a:rPr lang="en-US">
                <a:latin typeface="Calibri"/>
                <a:ea typeface="Calibri"/>
                <a:cs typeface="Calibri"/>
              </a:rPr>
            </a:br>
            <a:r>
              <a:rPr lang="en-US">
                <a:latin typeface="Calibri"/>
                <a:ea typeface="Calibri"/>
                <a:cs typeface="Calibri"/>
              </a:rPr>
              <a:t>docker build –f </a:t>
            </a:r>
            <a:r>
              <a:rPr lang="en-US" err="1"/>
              <a:t>Dockerfile.ubuntu</a:t>
            </a:r>
            <a:r>
              <a:rPr lang="en-US"/>
              <a:t>-chiseled . -t </a:t>
            </a:r>
            <a:r>
              <a:rPr lang="en-US" err="1"/>
              <a:t>globalapp:chiseled-dockerfile</a:t>
            </a:r>
            <a:br>
              <a:rPr lang="en-US">
                <a:cs typeface="+mn-lt"/>
              </a:rPr>
            </a:br>
            <a:r>
              <a:rPr lang="en-US">
                <a:latin typeface="Aptos"/>
                <a:ea typeface="Calibri"/>
                <a:cs typeface="Calibri"/>
              </a:rPr>
              <a:t>compare/contrast the labels/</a:t>
            </a:r>
            <a:r>
              <a:rPr lang="en-US" err="1">
                <a:latin typeface="Aptos"/>
                <a:ea typeface="Calibri"/>
                <a:cs typeface="Calibri"/>
              </a:rPr>
              <a:t>etc</a:t>
            </a:r>
            <a:r>
              <a:rPr lang="en-US">
                <a:latin typeface="Aptos"/>
                <a:ea typeface="Calibri"/>
                <a:cs typeface="Calibri"/>
              </a:rPr>
              <a:t>: </a:t>
            </a:r>
            <a:r>
              <a:rPr lang="en-US"/>
              <a:t>docker inspect </a:t>
            </a:r>
            <a:r>
              <a:rPr lang="en-US" err="1"/>
              <a:t>globalapp:chiseled-dockerfile</a:t>
            </a:r>
            <a:r>
              <a:rPr lang="en-US"/>
              <a:t> | </a:t>
            </a:r>
            <a:r>
              <a:rPr lang="en-US" err="1"/>
              <a:t>jq</a:t>
            </a:r>
            <a:r>
              <a:rPr lang="en-US"/>
              <a:t> '.[].</a:t>
            </a:r>
            <a:r>
              <a:rPr lang="en-US" err="1"/>
              <a:t>Config.Labels</a:t>
            </a:r>
            <a:r>
              <a:rPr lang="en-US"/>
              <a:t>'</a:t>
            </a:r>
            <a:endParaRPr lang="en-US">
              <a:latin typeface="Aptos"/>
              <a:ea typeface="Calibri"/>
              <a:cs typeface="Calibri"/>
            </a:endParaRPr>
          </a:p>
          <a:p>
            <a:endParaRPr lang="en-US">
              <a:latin typeface="Aptos"/>
              <a:ea typeface="Calibri"/>
              <a:cs typeface="Calibri"/>
            </a:endParaRPr>
          </a:p>
        </p:txBody>
      </p:sp>
    </p:spTree>
    <p:extLst>
      <p:ext uri="{BB962C8B-B14F-4D97-AF65-F5344CB8AC3E}">
        <p14:creationId xmlns:p14="http://schemas.microsoft.com/office/powerpoint/2010/main" val="1450435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latin typeface="Calibri"/>
                <a:ea typeface="Calibri"/>
                <a:cs typeface="Calibri"/>
              </a:rPr>
              <a:t>Linger on this at the end for viewers.</a:t>
            </a:r>
          </a:p>
          <a:p>
            <a:r>
              <a:rPr lang="en-US">
                <a:latin typeface="Calibri"/>
                <a:ea typeface="Calibri"/>
                <a:cs typeface="Calibri"/>
              </a:rPr>
              <a:t>Aka.ms/QR codes for these links maybe?</a:t>
            </a:r>
          </a:p>
        </p:txBody>
      </p:sp>
    </p:spTree>
    <p:extLst>
      <p:ext uri="{BB962C8B-B14F-4D97-AF65-F5344CB8AC3E}">
        <p14:creationId xmlns:p14="http://schemas.microsoft.com/office/powerpoint/2010/main" val="2772356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Pr>
        <a:solidFill>
          <a:schemeClr val="accent4"/>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0">
              <a:srgbClr val="C1BCF3"/>
            </a:gs>
            <a:gs pos="100000">
              <a:srgbClr val="3D8AFF"/>
            </a:gs>
          </a:gsLst>
          <a:lin ang="5400000" scaled="1"/>
        </a:gradFill>
        <a:effectLst/>
      </p:bgPr>
    </p:bg>
    <p:spTree>
      <p:nvGrpSpPr>
        <p:cNvPr id="1" name=""/>
        <p:cNvGrpSpPr/>
        <p:nvPr/>
      </p:nvGrpSpPr>
      <p:grpSpPr>
        <a:xfrm>
          <a:off x="0" y="0"/>
          <a:ext cx="0" cy="0"/>
          <a:chOff x="0" y="0"/>
          <a:chExt cx="0" cy="0"/>
        </a:xfrm>
      </p:grpSpPr>
      <p:pic>
        <p:nvPicPr>
          <p:cNvPr id="5" name="Picture 4" descr="A purple object with white light beams">
            <a:extLst>
              <a:ext uri="{FF2B5EF4-FFF2-40B4-BE49-F238E27FC236}">
                <a16:creationId xmlns:a16="http://schemas.microsoft.com/office/drawing/2014/main" id="{4345B651-546F-9E88-109A-AE1FAACBD3BA}"/>
              </a:ext>
            </a:extLst>
          </p:cNvPr>
          <p:cNvPicPr>
            <a:picLocks noChangeAspect="1"/>
          </p:cNvPicPr>
          <p:nvPr userDrawn="1"/>
        </p:nvPicPr>
        <p:blipFill>
          <a:blip r:embed="rId2"/>
          <a:stretch>
            <a:fillRect/>
          </a:stretch>
        </p:blipFill>
        <p:spPr>
          <a:xfrm>
            <a:off x="-300959" y="3401259"/>
            <a:ext cx="24387175" cy="10097815"/>
          </a:xfrm>
          <a:prstGeom prst="rect">
            <a:avLst/>
          </a:prstGeom>
        </p:spPr>
      </p:pic>
      <p:pic>
        <p:nvPicPr>
          <p:cNvPr id="8" name="Picture 7">
            <a:extLst>
              <a:ext uri="{FF2B5EF4-FFF2-40B4-BE49-F238E27FC236}">
                <a16:creationId xmlns:a16="http://schemas.microsoft.com/office/drawing/2014/main" id="{A7B5EEFF-2BB5-A52C-260D-554CFB706928}"/>
              </a:ext>
            </a:extLst>
          </p:cNvPr>
          <p:cNvPicPr>
            <a:picLocks noChangeAspect="1"/>
          </p:cNvPicPr>
          <p:nvPr userDrawn="1"/>
        </p:nvPicPr>
        <p:blipFill>
          <a:blip r:embed="rId3"/>
          <a:stretch>
            <a:fillRect/>
          </a:stretch>
        </p:blipFill>
        <p:spPr>
          <a:xfrm>
            <a:off x="0" y="0"/>
            <a:ext cx="24387175" cy="2648295"/>
          </a:xfrm>
          <a:prstGeom prst="rect">
            <a:avLst/>
          </a:prstGeom>
        </p:spPr>
      </p:pic>
      <p:sp>
        <p:nvSpPr>
          <p:cNvPr id="12" name="Text Placeholder 11">
            <a:extLst>
              <a:ext uri="{FF2B5EF4-FFF2-40B4-BE49-F238E27FC236}">
                <a16:creationId xmlns:a16="http://schemas.microsoft.com/office/drawing/2014/main" id="{FB2202B6-F7AE-4B3E-3EEE-7AD38C243F62}"/>
              </a:ext>
            </a:extLst>
          </p:cNvPr>
          <p:cNvSpPr>
            <a:spLocks noGrp="1"/>
          </p:cNvSpPr>
          <p:nvPr>
            <p:ph type="body" sz="quarter" idx="10" hasCustomPrompt="1"/>
          </p:nvPr>
        </p:nvSpPr>
        <p:spPr>
          <a:xfrm>
            <a:off x="1088058" y="1041400"/>
            <a:ext cx="11658600" cy="1828800"/>
          </a:xfrm>
          <a:prstGeom prst="rect">
            <a:avLst/>
          </a:prstGeom>
        </p:spPr>
        <p:txBody>
          <a:bodyPr/>
          <a:lstStyle>
            <a:lvl1pPr marL="0" indent="0" algn="l" defTabSz="914400" rtl="0" eaLnBrk="1" latinLnBrk="0" hangingPunct="1">
              <a:lnSpc>
                <a:spcPts val="15000"/>
              </a:lnSpc>
              <a:buNone/>
              <a:defRPr lang="en-US" sz="15000" b="1" i="0" kern="0" spc="-750" dirty="0" smtClean="0">
                <a:solidFill>
                  <a:schemeClr val="tx1"/>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13" name="Text Placeholder 11">
            <a:extLst>
              <a:ext uri="{FF2B5EF4-FFF2-40B4-BE49-F238E27FC236}">
                <a16:creationId xmlns:a16="http://schemas.microsoft.com/office/drawing/2014/main" id="{D6E4B5D0-1A1D-7256-DDEF-FFD34D9EC122}"/>
              </a:ext>
            </a:extLst>
          </p:cNvPr>
          <p:cNvSpPr>
            <a:spLocks noGrp="1"/>
          </p:cNvSpPr>
          <p:nvPr>
            <p:ph type="body" sz="quarter" idx="11" hasCustomPrompt="1"/>
          </p:nvPr>
        </p:nvSpPr>
        <p:spPr>
          <a:xfrm>
            <a:off x="1088058" y="2921000"/>
            <a:ext cx="11658600" cy="1828800"/>
          </a:xfrm>
          <a:prstGeom prst="rect">
            <a:avLst/>
          </a:prstGeom>
        </p:spPr>
        <p:txBody>
          <a:bodyPr/>
          <a:lstStyle>
            <a:lvl1pPr marL="0" indent="0" algn="l" defTabSz="914400" rtl="0" eaLnBrk="1" latinLnBrk="0" hangingPunct="1">
              <a:lnSpc>
                <a:spcPts val="15000"/>
              </a:lnSpc>
              <a:buNone/>
              <a:defRPr lang="en-US" sz="15000" b="0" i="0" kern="0" spc="-750" dirty="0" smtClean="0">
                <a:solidFill>
                  <a:schemeClr val="tx1"/>
                </a:solidFill>
                <a:latin typeface="Poppins" pitchFamily="2" charset="77"/>
                <a:ea typeface="Poppins" pitchFamily="2" charset="77"/>
                <a:cs typeface="Poppins" pitchFamily="2" charset="77"/>
              </a:defRPr>
            </a:lvl1pPr>
          </a:lstStyle>
          <a:p>
            <a:pPr lvl="0"/>
            <a:r>
              <a:rPr lang="en-US"/>
              <a:t>Subtitle</a:t>
            </a:r>
          </a:p>
        </p:txBody>
      </p:sp>
      <p:pic>
        <p:nvPicPr>
          <p:cNvPr id="4" name="Picture 3">
            <a:extLst>
              <a:ext uri="{FF2B5EF4-FFF2-40B4-BE49-F238E27FC236}">
                <a16:creationId xmlns:a16="http://schemas.microsoft.com/office/drawing/2014/main" id="{2E58028D-48E9-F953-AF99-287F28B4BC9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470317" y="1041400"/>
            <a:ext cx="1828800" cy="1828800"/>
          </a:xfrm>
          <a:prstGeom prst="rect">
            <a:avLst/>
          </a:prstGeom>
        </p:spPr>
      </p:pic>
    </p:spTree>
    <p:extLst>
      <p:ext uri="{BB962C8B-B14F-4D97-AF65-F5344CB8AC3E}">
        <p14:creationId xmlns:p14="http://schemas.microsoft.com/office/powerpoint/2010/main" val="3567470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eature list">
    <p:bg>
      <p:bgPr>
        <a:solidFill>
          <a:schemeClr val="accent4"/>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C48ED571-A8AC-EED4-F2A9-9C2361D8AD61}"/>
              </a:ext>
            </a:extLst>
          </p:cNvPr>
          <p:cNvSpPr/>
          <p:nvPr userDrawn="1"/>
        </p:nvSpPr>
        <p:spPr>
          <a:xfrm>
            <a:off x="1140565" y="5359401"/>
            <a:ext cx="10669333" cy="1473200"/>
          </a:xfrm>
          <a:prstGeom prst="roundRect">
            <a:avLst>
              <a:gd name="adj" fmla="val 1895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4" name="Rounded Rectangle 3">
            <a:extLst>
              <a:ext uri="{FF2B5EF4-FFF2-40B4-BE49-F238E27FC236}">
                <a16:creationId xmlns:a16="http://schemas.microsoft.com/office/drawing/2014/main" id="{182C4E15-A127-94BF-30AA-731C7AFC004F}"/>
              </a:ext>
            </a:extLst>
          </p:cNvPr>
          <p:cNvSpPr/>
          <p:nvPr userDrawn="1"/>
        </p:nvSpPr>
        <p:spPr>
          <a:xfrm>
            <a:off x="1140565" y="7088189"/>
            <a:ext cx="10669333" cy="1473200"/>
          </a:xfrm>
          <a:prstGeom prst="roundRect">
            <a:avLst>
              <a:gd name="adj" fmla="val 1895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
            </a:endParaRPr>
          </a:p>
        </p:txBody>
      </p:sp>
      <p:sp>
        <p:nvSpPr>
          <p:cNvPr id="5" name="Rounded Rectangle 4">
            <a:extLst>
              <a:ext uri="{FF2B5EF4-FFF2-40B4-BE49-F238E27FC236}">
                <a16:creationId xmlns:a16="http://schemas.microsoft.com/office/drawing/2014/main" id="{87C6542C-4162-F7AC-EE60-48448EE2A733}"/>
              </a:ext>
            </a:extLst>
          </p:cNvPr>
          <p:cNvSpPr/>
          <p:nvPr userDrawn="1"/>
        </p:nvSpPr>
        <p:spPr>
          <a:xfrm>
            <a:off x="1140565" y="8816977"/>
            <a:ext cx="10669333" cy="1473200"/>
          </a:xfrm>
          <a:prstGeom prst="roundRect">
            <a:avLst>
              <a:gd name="adj" fmla="val 1895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
            </a:endParaRPr>
          </a:p>
        </p:txBody>
      </p:sp>
      <p:sp>
        <p:nvSpPr>
          <p:cNvPr id="6" name="Rounded Rectangle 5">
            <a:extLst>
              <a:ext uri="{FF2B5EF4-FFF2-40B4-BE49-F238E27FC236}">
                <a16:creationId xmlns:a16="http://schemas.microsoft.com/office/drawing/2014/main" id="{F280668C-FC2C-D27B-6FB5-ECDBD9580455}"/>
              </a:ext>
            </a:extLst>
          </p:cNvPr>
          <p:cNvSpPr/>
          <p:nvPr userDrawn="1"/>
        </p:nvSpPr>
        <p:spPr>
          <a:xfrm>
            <a:off x="12577278" y="5359401"/>
            <a:ext cx="10634044" cy="1473200"/>
          </a:xfrm>
          <a:prstGeom prst="roundRect">
            <a:avLst>
              <a:gd name="adj" fmla="val 1895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7" name="Rounded Rectangle 6">
            <a:extLst>
              <a:ext uri="{FF2B5EF4-FFF2-40B4-BE49-F238E27FC236}">
                <a16:creationId xmlns:a16="http://schemas.microsoft.com/office/drawing/2014/main" id="{4F453BF1-87F1-27DE-9D90-05A37337BB1A}"/>
              </a:ext>
            </a:extLst>
          </p:cNvPr>
          <p:cNvSpPr/>
          <p:nvPr userDrawn="1"/>
        </p:nvSpPr>
        <p:spPr>
          <a:xfrm>
            <a:off x="12541990" y="7088189"/>
            <a:ext cx="10669333" cy="1473200"/>
          </a:xfrm>
          <a:prstGeom prst="roundRect">
            <a:avLst>
              <a:gd name="adj" fmla="val 1895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
            </a:endParaRPr>
          </a:p>
        </p:txBody>
      </p:sp>
      <p:sp>
        <p:nvSpPr>
          <p:cNvPr id="8" name="Rounded Rectangle 7">
            <a:extLst>
              <a:ext uri="{FF2B5EF4-FFF2-40B4-BE49-F238E27FC236}">
                <a16:creationId xmlns:a16="http://schemas.microsoft.com/office/drawing/2014/main" id="{6EBF8327-C872-0E93-E2D2-27A336896A24}"/>
              </a:ext>
            </a:extLst>
          </p:cNvPr>
          <p:cNvSpPr/>
          <p:nvPr userDrawn="1"/>
        </p:nvSpPr>
        <p:spPr>
          <a:xfrm>
            <a:off x="12541990" y="8816977"/>
            <a:ext cx="10669333" cy="1473200"/>
          </a:xfrm>
          <a:prstGeom prst="roundRect">
            <a:avLst>
              <a:gd name="adj" fmla="val 1895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
            </a:endParaRPr>
          </a:p>
        </p:txBody>
      </p:sp>
      <p:sp>
        <p:nvSpPr>
          <p:cNvPr id="11" name="Shape 2">
            <a:extLst>
              <a:ext uri="{FF2B5EF4-FFF2-40B4-BE49-F238E27FC236}">
                <a16:creationId xmlns:a16="http://schemas.microsoft.com/office/drawing/2014/main" id="{3F4C7B3C-B72F-E71C-75EC-24E4B5FB68A9}"/>
              </a:ext>
            </a:extLst>
          </p:cNvPr>
          <p:cNvSpPr/>
          <p:nvPr userDrawn="1"/>
        </p:nvSpPr>
        <p:spPr>
          <a:xfrm>
            <a:off x="9742118" y="1143000"/>
            <a:ext cx="13501788" cy="558800"/>
          </a:xfrm>
          <a:prstGeom prst="rect">
            <a:avLst/>
          </a:prstGeom>
          <a:noFill/>
          <a:ln/>
        </p:spPr>
        <p:txBody>
          <a:bodyPr/>
          <a:lstStyle/>
          <a:p>
            <a:endParaRPr lang="en-US" b="0" i="0">
              <a:latin typeface="Poppins" pitchFamily="2" charset="77"/>
            </a:endParaRPr>
          </a:p>
        </p:txBody>
      </p:sp>
      <p:sp>
        <p:nvSpPr>
          <p:cNvPr id="20" name="Text Placeholder 19">
            <a:extLst>
              <a:ext uri="{FF2B5EF4-FFF2-40B4-BE49-F238E27FC236}">
                <a16:creationId xmlns:a16="http://schemas.microsoft.com/office/drawing/2014/main" id="{9EB4E0F6-3328-DEA1-E7B9-961A5D9B3170}"/>
              </a:ext>
            </a:extLst>
          </p:cNvPr>
          <p:cNvSpPr>
            <a:spLocks noGrp="1"/>
          </p:cNvSpPr>
          <p:nvPr>
            <p:ph type="body" sz="quarter" idx="10" hasCustomPrompt="1"/>
          </p:nvPr>
        </p:nvSpPr>
        <p:spPr>
          <a:xfrm>
            <a:off x="1140565" y="1066800"/>
            <a:ext cx="7010400" cy="939800"/>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Feature list</a:t>
            </a:r>
          </a:p>
          <a:p>
            <a:pPr lvl="0"/>
            <a:endParaRPr lang="en-US"/>
          </a:p>
        </p:txBody>
      </p:sp>
      <p:sp>
        <p:nvSpPr>
          <p:cNvPr id="21" name="Text Placeholder 19">
            <a:extLst>
              <a:ext uri="{FF2B5EF4-FFF2-40B4-BE49-F238E27FC236}">
                <a16:creationId xmlns:a16="http://schemas.microsoft.com/office/drawing/2014/main" id="{915ACDBC-FDC7-EC30-00B9-2168717D9A72}"/>
              </a:ext>
            </a:extLst>
          </p:cNvPr>
          <p:cNvSpPr>
            <a:spLocks noGrp="1"/>
          </p:cNvSpPr>
          <p:nvPr>
            <p:ph type="body" sz="quarter" idx="11" hasCustomPrompt="1"/>
          </p:nvPr>
        </p:nvSpPr>
        <p:spPr>
          <a:xfrm>
            <a:off x="1140565" y="1930400"/>
            <a:ext cx="7010400" cy="939800"/>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tx2"/>
                </a:solidFill>
                <a:latin typeface="Poppins" pitchFamily="2" charset="77"/>
                <a:ea typeface="Poppins" pitchFamily="2" charset="77"/>
                <a:cs typeface="Poppins" pitchFamily="2" charset="77"/>
              </a:defRPr>
            </a:lvl1pPr>
          </a:lstStyle>
          <a:p>
            <a:pPr lvl="0"/>
            <a:r>
              <a:rPr lang="en-US"/>
              <a:t>Subtitle</a:t>
            </a:r>
          </a:p>
          <a:p>
            <a:pPr lvl="0"/>
            <a:endParaRPr lang="en-US"/>
          </a:p>
        </p:txBody>
      </p:sp>
      <p:sp>
        <p:nvSpPr>
          <p:cNvPr id="24" name="Text Placeholder 19">
            <a:extLst>
              <a:ext uri="{FF2B5EF4-FFF2-40B4-BE49-F238E27FC236}">
                <a16:creationId xmlns:a16="http://schemas.microsoft.com/office/drawing/2014/main" id="{430790F8-5B2B-8D04-94D0-9EE9487DE2E6}"/>
              </a:ext>
            </a:extLst>
          </p:cNvPr>
          <p:cNvSpPr>
            <a:spLocks noGrp="1"/>
          </p:cNvSpPr>
          <p:nvPr>
            <p:ph type="body" sz="quarter" idx="13" hasCustomPrompt="1"/>
          </p:nvPr>
        </p:nvSpPr>
        <p:spPr>
          <a:xfrm>
            <a:off x="9742118" y="1130302"/>
            <a:ext cx="7010400" cy="800098"/>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New features in new release</a:t>
            </a:r>
          </a:p>
        </p:txBody>
      </p:sp>
      <p:sp>
        <p:nvSpPr>
          <p:cNvPr id="9" name="Text Placeholder 8">
            <a:extLst>
              <a:ext uri="{FF2B5EF4-FFF2-40B4-BE49-F238E27FC236}">
                <a16:creationId xmlns:a16="http://schemas.microsoft.com/office/drawing/2014/main" id="{166E0BB8-22F5-6289-86C1-E929C60F3A87}"/>
              </a:ext>
            </a:extLst>
          </p:cNvPr>
          <p:cNvSpPr>
            <a:spLocks noGrp="1"/>
          </p:cNvSpPr>
          <p:nvPr>
            <p:ph type="body" sz="quarter" idx="20" hasCustomPrompt="1"/>
          </p:nvPr>
        </p:nvSpPr>
        <p:spPr>
          <a:xfrm>
            <a:off x="1542075" y="5801251"/>
            <a:ext cx="9866312" cy="589500"/>
          </a:xfrm>
          <a:prstGeom prst="rect">
            <a:avLst/>
          </a:prstGeom>
        </p:spPr>
        <p:txBody>
          <a:bodyPr/>
          <a:lstStyle>
            <a:lvl1pPr marL="0" indent="0">
              <a:buNone/>
              <a:defRPr sz="3600">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2" name="Text Placeholder 8">
            <a:extLst>
              <a:ext uri="{FF2B5EF4-FFF2-40B4-BE49-F238E27FC236}">
                <a16:creationId xmlns:a16="http://schemas.microsoft.com/office/drawing/2014/main" id="{00C22135-2533-7ABF-F6AB-357B7DF7F208}"/>
              </a:ext>
            </a:extLst>
          </p:cNvPr>
          <p:cNvSpPr>
            <a:spLocks noGrp="1"/>
          </p:cNvSpPr>
          <p:nvPr>
            <p:ph type="body" sz="quarter" idx="22" hasCustomPrompt="1"/>
          </p:nvPr>
        </p:nvSpPr>
        <p:spPr>
          <a:xfrm>
            <a:off x="1542075" y="7521562"/>
            <a:ext cx="9866312" cy="589500"/>
          </a:xfrm>
          <a:prstGeom prst="rect">
            <a:avLst/>
          </a:prstGeom>
        </p:spPr>
        <p:txBody>
          <a:bodyPr/>
          <a:lstStyle>
            <a:lvl1pPr marL="0" indent="0">
              <a:buNone/>
              <a:defRPr sz="3600">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3" name="Text Placeholder 8">
            <a:extLst>
              <a:ext uri="{FF2B5EF4-FFF2-40B4-BE49-F238E27FC236}">
                <a16:creationId xmlns:a16="http://schemas.microsoft.com/office/drawing/2014/main" id="{31F06BD1-1213-36A3-AAAF-D170FD7CC002}"/>
              </a:ext>
            </a:extLst>
          </p:cNvPr>
          <p:cNvSpPr>
            <a:spLocks noGrp="1"/>
          </p:cNvSpPr>
          <p:nvPr>
            <p:ph type="body" sz="quarter" idx="23" hasCustomPrompt="1"/>
          </p:nvPr>
        </p:nvSpPr>
        <p:spPr>
          <a:xfrm>
            <a:off x="1542075" y="9257372"/>
            <a:ext cx="9866312" cy="589500"/>
          </a:xfrm>
          <a:prstGeom prst="rect">
            <a:avLst/>
          </a:prstGeom>
        </p:spPr>
        <p:txBody>
          <a:bodyPr/>
          <a:lstStyle>
            <a:lvl1pPr marL="0" indent="0">
              <a:buNone/>
              <a:defRPr sz="3600">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4" name="Text Placeholder 8">
            <a:extLst>
              <a:ext uri="{FF2B5EF4-FFF2-40B4-BE49-F238E27FC236}">
                <a16:creationId xmlns:a16="http://schemas.microsoft.com/office/drawing/2014/main" id="{A6B7160B-D15F-D172-B25C-0E9EE63BBCEA}"/>
              </a:ext>
            </a:extLst>
          </p:cNvPr>
          <p:cNvSpPr>
            <a:spLocks noGrp="1"/>
          </p:cNvSpPr>
          <p:nvPr>
            <p:ph type="body" sz="quarter" idx="24" hasCustomPrompt="1"/>
          </p:nvPr>
        </p:nvSpPr>
        <p:spPr>
          <a:xfrm>
            <a:off x="12948828" y="5816749"/>
            <a:ext cx="9866312" cy="589500"/>
          </a:xfrm>
          <a:prstGeom prst="rect">
            <a:avLst/>
          </a:prstGeom>
        </p:spPr>
        <p:txBody>
          <a:bodyPr/>
          <a:lstStyle>
            <a:lvl1pPr marL="0" indent="0">
              <a:buNone/>
              <a:defRPr sz="3600">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5" name="Text Placeholder 8">
            <a:extLst>
              <a:ext uri="{FF2B5EF4-FFF2-40B4-BE49-F238E27FC236}">
                <a16:creationId xmlns:a16="http://schemas.microsoft.com/office/drawing/2014/main" id="{634F3F99-C798-FAD5-78E1-99DA5F2A388E}"/>
              </a:ext>
            </a:extLst>
          </p:cNvPr>
          <p:cNvSpPr>
            <a:spLocks noGrp="1"/>
          </p:cNvSpPr>
          <p:nvPr>
            <p:ph type="body" sz="quarter" idx="25" hasCustomPrompt="1"/>
          </p:nvPr>
        </p:nvSpPr>
        <p:spPr>
          <a:xfrm>
            <a:off x="12948828" y="7521562"/>
            <a:ext cx="9866312" cy="589500"/>
          </a:xfrm>
          <a:prstGeom prst="rect">
            <a:avLst/>
          </a:prstGeom>
        </p:spPr>
        <p:txBody>
          <a:bodyPr/>
          <a:lstStyle>
            <a:lvl1pPr marL="0" indent="0">
              <a:buNone/>
              <a:defRPr sz="3600">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6" name="Text Placeholder 8">
            <a:extLst>
              <a:ext uri="{FF2B5EF4-FFF2-40B4-BE49-F238E27FC236}">
                <a16:creationId xmlns:a16="http://schemas.microsoft.com/office/drawing/2014/main" id="{251E807B-C260-B492-A3DC-AE0C3E62951D}"/>
              </a:ext>
            </a:extLst>
          </p:cNvPr>
          <p:cNvSpPr>
            <a:spLocks noGrp="1"/>
          </p:cNvSpPr>
          <p:nvPr>
            <p:ph type="body" sz="quarter" idx="26" hasCustomPrompt="1"/>
          </p:nvPr>
        </p:nvSpPr>
        <p:spPr>
          <a:xfrm>
            <a:off x="12948828" y="9257372"/>
            <a:ext cx="9866312" cy="589500"/>
          </a:xfrm>
          <a:prstGeom prst="rect">
            <a:avLst/>
          </a:prstGeom>
        </p:spPr>
        <p:txBody>
          <a:bodyPr/>
          <a:lstStyle>
            <a:lvl1pPr marL="0" indent="0">
              <a:buNone/>
              <a:defRPr sz="3600">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Tree>
    <p:extLst>
      <p:ext uri="{BB962C8B-B14F-4D97-AF65-F5344CB8AC3E}">
        <p14:creationId xmlns:p14="http://schemas.microsoft.com/office/powerpoint/2010/main" val="3895306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locks text">
    <p:bg>
      <p:bgPr>
        <a:solidFill>
          <a:schemeClr val="accent4"/>
        </a:solidFill>
        <a:effectLst/>
      </p:bgPr>
    </p:bg>
    <p:spTree>
      <p:nvGrpSpPr>
        <p:cNvPr id="1" name=""/>
        <p:cNvGrpSpPr/>
        <p:nvPr/>
      </p:nvGrpSpPr>
      <p:grpSpPr>
        <a:xfrm>
          <a:off x="0" y="0"/>
          <a:ext cx="0" cy="0"/>
          <a:chOff x="0" y="0"/>
          <a:chExt cx="0" cy="0"/>
        </a:xfrm>
      </p:grpSpPr>
      <p:sp>
        <p:nvSpPr>
          <p:cNvPr id="27" name="Rounded Rectangle 26">
            <a:extLst>
              <a:ext uri="{FF2B5EF4-FFF2-40B4-BE49-F238E27FC236}">
                <a16:creationId xmlns:a16="http://schemas.microsoft.com/office/drawing/2014/main" id="{A035FD5E-E87C-5F0E-6525-2753A1441636}"/>
              </a:ext>
            </a:extLst>
          </p:cNvPr>
          <p:cNvSpPr/>
          <p:nvPr userDrawn="1"/>
        </p:nvSpPr>
        <p:spPr>
          <a:xfrm>
            <a:off x="1140566" y="5892801"/>
            <a:ext cx="10923364"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28" name="Rounded Rectangle 27">
            <a:extLst>
              <a:ext uri="{FF2B5EF4-FFF2-40B4-BE49-F238E27FC236}">
                <a16:creationId xmlns:a16="http://schemas.microsoft.com/office/drawing/2014/main" id="{FE543010-2055-8957-AC16-87A31FB3D446}"/>
              </a:ext>
            </a:extLst>
          </p:cNvPr>
          <p:cNvSpPr/>
          <p:nvPr userDrawn="1"/>
        </p:nvSpPr>
        <p:spPr>
          <a:xfrm>
            <a:off x="12313391" y="5892801"/>
            <a:ext cx="10923364"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7" name="Shape 2">
            <a:extLst>
              <a:ext uri="{FF2B5EF4-FFF2-40B4-BE49-F238E27FC236}">
                <a16:creationId xmlns:a16="http://schemas.microsoft.com/office/drawing/2014/main" id="{CEC0F15F-9100-CF2F-6834-FB4BDB7EC145}"/>
              </a:ext>
            </a:extLst>
          </p:cNvPr>
          <p:cNvSpPr/>
          <p:nvPr userDrawn="1"/>
        </p:nvSpPr>
        <p:spPr>
          <a:xfrm>
            <a:off x="1600400" y="6350000"/>
            <a:ext cx="10008851" cy="1574800"/>
          </a:xfrm>
          <a:prstGeom prst="rect">
            <a:avLst/>
          </a:prstGeom>
          <a:noFill/>
          <a:ln/>
        </p:spPr>
        <p:txBody>
          <a:bodyPr/>
          <a:lstStyle/>
          <a:p>
            <a:endParaRPr lang="en-US" b="0" i="0">
              <a:latin typeface="Poppins" pitchFamily="2" charset="77"/>
            </a:endParaRPr>
          </a:p>
        </p:txBody>
      </p:sp>
      <p:sp>
        <p:nvSpPr>
          <p:cNvPr id="12" name="Shape 7">
            <a:extLst>
              <a:ext uri="{FF2B5EF4-FFF2-40B4-BE49-F238E27FC236}">
                <a16:creationId xmlns:a16="http://schemas.microsoft.com/office/drawing/2014/main" id="{B15EAB5F-DCCB-E9A4-BEBC-F7BF145AF248}"/>
              </a:ext>
            </a:extLst>
          </p:cNvPr>
          <p:cNvSpPr/>
          <p:nvPr userDrawn="1"/>
        </p:nvSpPr>
        <p:spPr>
          <a:xfrm>
            <a:off x="12777797" y="6350000"/>
            <a:ext cx="10008851" cy="1574800"/>
          </a:xfrm>
          <a:prstGeom prst="rect">
            <a:avLst/>
          </a:prstGeom>
          <a:noFill/>
          <a:ln/>
        </p:spPr>
        <p:txBody>
          <a:bodyPr/>
          <a:lstStyle/>
          <a:p>
            <a:endParaRPr lang="en-US" b="0" i="0">
              <a:latin typeface="Poppins" pitchFamily="2" charset="77"/>
            </a:endParaRPr>
          </a:p>
        </p:txBody>
      </p:sp>
      <p:sp>
        <p:nvSpPr>
          <p:cNvPr id="17" name="Text Placeholder 19">
            <a:extLst>
              <a:ext uri="{FF2B5EF4-FFF2-40B4-BE49-F238E27FC236}">
                <a16:creationId xmlns:a16="http://schemas.microsoft.com/office/drawing/2014/main" id="{6B0E8F4D-0FF3-EAD8-1EE9-74929D60E4A7}"/>
              </a:ext>
            </a:extLst>
          </p:cNvPr>
          <p:cNvSpPr>
            <a:spLocks noGrp="1"/>
          </p:cNvSpPr>
          <p:nvPr>
            <p:ph type="body" sz="quarter" idx="10" hasCustomPrompt="1"/>
          </p:nvPr>
        </p:nvSpPr>
        <p:spPr>
          <a:xfrm>
            <a:off x="1140565" y="1066800"/>
            <a:ext cx="7010400" cy="939800"/>
          </a:xfrm>
          <a:prstGeom prst="rect">
            <a:avLst/>
          </a:prstGeom>
        </p:spPr>
        <p:txBody>
          <a:bodyPr/>
          <a:lstStyle>
            <a:lvl1pPr marL="0" indent="0" algn="l" defTabSz="914400" rtl="0" eaLnBrk="1" latinLnBrk="0" hangingPunct="1">
              <a:lnSpc>
                <a:spcPts val="6800"/>
              </a:lnSpc>
              <a:buNone/>
              <a:defRPr lang="en-US" sz="6000" b="1"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18" name="Text Placeholder 19">
            <a:extLst>
              <a:ext uri="{FF2B5EF4-FFF2-40B4-BE49-F238E27FC236}">
                <a16:creationId xmlns:a16="http://schemas.microsoft.com/office/drawing/2014/main" id="{980ABE18-C5D9-A58B-B245-8FBB07D81E6C}"/>
              </a:ext>
            </a:extLst>
          </p:cNvPr>
          <p:cNvSpPr>
            <a:spLocks noGrp="1"/>
          </p:cNvSpPr>
          <p:nvPr>
            <p:ph type="body" sz="quarter" idx="11" hasCustomPrompt="1"/>
          </p:nvPr>
        </p:nvSpPr>
        <p:spPr>
          <a:xfrm>
            <a:off x="1140565" y="1930400"/>
            <a:ext cx="7010400" cy="939800"/>
          </a:xfrm>
          <a:prstGeom prst="rect">
            <a:avLst/>
          </a:prstGeom>
        </p:spPr>
        <p:txBody>
          <a:bodyPr/>
          <a:lstStyle>
            <a:lvl1pPr marL="0" indent="0" algn="l" defTabSz="914400" rtl="0" eaLnBrk="1" latinLnBrk="0" hangingPunct="1">
              <a:lnSpc>
                <a:spcPts val="6800"/>
              </a:lnSpc>
              <a:buNone/>
              <a:defRPr lang="en-US" sz="6000" b="0" i="0" kern="0" spc="-120" dirty="0" smtClean="0">
                <a:solidFill>
                  <a:schemeClr val="tx2"/>
                </a:solidFill>
                <a:latin typeface="Poppins" pitchFamily="2" charset="77"/>
                <a:ea typeface="Poppins" pitchFamily="2" charset="77"/>
                <a:cs typeface="Poppins" pitchFamily="2" charset="77"/>
              </a:defRPr>
            </a:lvl1pPr>
          </a:lstStyle>
          <a:p>
            <a:pPr lvl="0"/>
            <a:r>
              <a:rPr lang="en-US"/>
              <a:t>Subtitle</a:t>
            </a:r>
          </a:p>
          <a:p>
            <a:pPr lvl="0"/>
            <a:endParaRPr lang="en-US"/>
          </a:p>
        </p:txBody>
      </p:sp>
      <p:sp>
        <p:nvSpPr>
          <p:cNvPr id="2" name="Text Placeholder 19">
            <a:extLst>
              <a:ext uri="{FF2B5EF4-FFF2-40B4-BE49-F238E27FC236}">
                <a16:creationId xmlns:a16="http://schemas.microsoft.com/office/drawing/2014/main" id="{38820D62-F47A-A083-D71D-D99A432421DD}"/>
              </a:ext>
            </a:extLst>
          </p:cNvPr>
          <p:cNvSpPr>
            <a:spLocks noGrp="1"/>
          </p:cNvSpPr>
          <p:nvPr>
            <p:ph type="body" sz="quarter" idx="12" hasCustomPrompt="1"/>
          </p:nvPr>
        </p:nvSpPr>
        <p:spPr>
          <a:xfrm>
            <a:off x="1521734" y="6283848"/>
            <a:ext cx="7010400" cy="939800"/>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marL="0" indent="0" algn="l">
              <a:lnSpc>
                <a:spcPts val="6800"/>
              </a:lnSpc>
              <a:buNone/>
            </a:pPr>
            <a:r>
              <a:rPr lang="en-US" sz="6000" kern="0" spc="-12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Card 1</a:t>
            </a:r>
            <a:endParaRPr lang="en-US" sz="6000"/>
          </a:p>
        </p:txBody>
      </p:sp>
      <p:sp>
        <p:nvSpPr>
          <p:cNvPr id="5" name="Text Placeholder 19">
            <a:extLst>
              <a:ext uri="{FF2B5EF4-FFF2-40B4-BE49-F238E27FC236}">
                <a16:creationId xmlns:a16="http://schemas.microsoft.com/office/drawing/2014/main" id="{6FD903A6-2D49-58E2-5118-71FC9FACA927}"/>
              </a:ext>
            </a:extLst>
          </p:cNvPr>
          <p:cNvSpPr>
            <a:spLocks noGrp="1"/>
          </p:cNvSpPr>
          <p:nvPr>
            <p:ph type="body" sz="quarter" idx="13" hasCustomPrompt="1"/>
          </p:nvPr>
        </p:nvSpPr>
        <p:spPr>
          <a:xfrm>
            <a:off x="1521734" y="7147448"/>
            <a:ext cx="7010400" cy="939800"/>
          </a:xfrm>
          <a:prstGeom prst="rect">
            <a:avLst/>
          </a:prstGeom>
        </p:spPr>
        <p:txBody>
          <a:bodyPr/>
          <a:lstStyle>
            <a:lvl1pPr marL="0" marR="0" indent="0" algn="l" defTabSz="914400" rtl="0" eaLnBrk="1" fontAlgn="auto" latinLnBrk="0" hangingPunct="1">
              <a:lnSpc>
                <a:spcPts val="6800"/>
              </a:lnSpc>
              <a:spcBef>
                <a:spcPct val="20000"/>
              </a:spcBef>
              <a:spcAft>
                <a:spcPts val="0"/>
              </a:spcAft>
              <a:buClrTx/>
              <a:buSzTx/>
              <a:buFont typeface="Arial" pitchFamily="34" charset="0"/>
              <a:buNone/>
              <a:tabLst/>
              <a:defRPr lang="en-US" sz="4800" b="0" i="0" kern="0" spc="-120" dirty="0" smtClean="0">
                <a:solidFill>
                  <a:schemeClr val="tx2"/>
                </a:solidFill>
                <a:latin typeface="Poppins" pitchFamily="2" charset="77"/>
                <a:ea typeface="Poppins" pitchFamily="2" charset="77"/>
                <a:cs typeface="Poppins" pitchFamily="2" charset="77"/>
              </a:defRPr>
            </a:lvl1p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lang="en-US" sz="4800" kern="0" spc="-96">
                <a:solidFill>
                  <a:schemeClr val="tx2"/>
                </a:solidFill>
                <a:latin typeface="Segoe UI Variable Display Semibold" pitchFamily="34" charset="0"/>
                <a:ea typeface="Segoe UI Variable Display Semibold" pitchFamily="34" charset="-122"/>
                <a:cs typeface="Segoe UI Variable Display Semibold" pitchFamily="34" charset="-120"/>
              </a:rPr>
              <a:t>Subtitle</a:t>
            </a:r>
            <a:endParaRPr lang="en-US"/>
          </a:p>
        </p:txBody>
      </p:sp>
      <p:sp>
        <p:nvSpPr>
          <p:cNvPr id="20" name="Text Placeholder 19">
            <a:extLst>
              <a:ext uri="{FF2B5EF4-FFF2-40B4-BE49-F238E27FC236}">
                <a16:creationId xmlns:a16="http://schemas.microsoft.com/office/drawing/2014/main" id="{FD7EC7B8-F94E-EEB7-0148-5B7E7D9D988B}"/>
              </a:ext>
            </a:extLst>
          </p:cNvPr>
          <p:cNvSpPr>
            <a:spLocks noGrp="1"/>
          </p:cNvSpPr>
          <p:nvPr>
            <p:ph type="body" sz="quarter" idx="14" hasCustomPrompt="1"/>
          </p:nvPr>
        </p:nvSpPr>
        <p:spPr>
          <a:xfrm>
            <a:off x="12695501" y="6283848"/>
            <a:ext cx="7863426" cy="939800"/>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marL="0" indent="0" algn="l">
              <a:lnSpc>
                <a:spcPts val="6800"/>
              </a:lnSpc>
              <a:buNone/>
            </a:pPr>
            <a:r>
              <a:rPr lang="en-US" sz="6000" kern="0" spc="-12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Card 2</a:t>
            </a:r>
            <a:endParaRPr lang="en-US" sz="6000"/>
          </a:p>
        </p:txBody>
      </p:sp>
      <p:sp>
        <p:nvSpPr>
          <p:cNvPr id="21" name="Text Placeholder 19">
            <a:extLst>
              <a:ext uri="{FF2B5EF4-FFF2-40B4-BE49-F238E27FC236}">
                <a16:creationId xmlns:a16="http://schemas.microsoft.com/office/drawing/2014/main" id="{62D4D0B6-D9C9-30E8-6C9B-7B73DEE96063}"/>
              </a:ext>
            </a:extLst>
          </p:cNvPr>
          <p:cNvSpPr>
            <a:spLocks noGrp="1"/>
          </p:cNvSpPr>
          <p:nvPr>
            <p:ph type="body" sz="quarter" idx="15" hasCustomPrompt="1"/>
          </p:nvPr>
        </p:nvSpPr>
        <p:spPr>
          <a:xfrm>
            <a:off x="12695501" y="7147448"/>
            <a:ext cx="7010400" cy="939800"/>
          </a:xfrm>
          <a:prstGeom prst="rect">
            <a:avLst/>
          </a:prstGeom>
        </p:spPr>
        <p:txBody>
          <a:bodyPr/>
          <a:lstStyle>
            <a:lvl1pPr marL="0" marR="0" indent="0" algn="l" defTabSz="914400" rtl="0" eaLnBrk="1" fontAlgn="auto" latinLnBrk="0" hangingPunct="1">
              <a:lnSpc>
                <a:spcPts val="6800"/>
              </a:lnSpc>
              <a:spcBef>
                <a:spcPct val="20000"/>
              </a:spcBef>
              <a:spcAft>
                <a:spcPts val="0"/>
              </a:spcAft>
              <a:buClrTx/>
              <a:buSzTx/>
              <a:buFont typeface="Arial" pitchFamily="34" charset="0"/>
              <a:buNone/>
              <a:tabLst/>
              <a:defRPr lang="en-US" sz="4800" b="0" i="0" kern="0" spc="-120">
                <a:solidFill>
                  <a:schemeClr val="tx2"/>
                </a:solidFill>
                <a:latin typeface="Poppins" pitchFamily="2" charset="77"/>
                <a:ea typeface="Poppins" pitchFamily="2" charset="77"/>
                <a:cs typeface="Poppins" pitchFamily="2" charset="77"/>
              </a:defRPr>
            </a:lvl1p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lang="en-US" sz="4800" kern="0" spc="-96">
                <a:solidFill>
                  <a:schemeClr val="tx2"/>
                </a:solidFill>
                <a:latin typeface="Segoe UI Variable Display Semibold" pitchFamily="34" charset="0"/>
                <a:ea typeface="Segoe UI Variable Display Semibold" pitchFamily="34" charset="-122"/>
                <a:cs typeface="Segoe UI Variable Display Semibold" pitchFamily="34" charset="-120"/>
              </a:rPr>
              <a:t>Subtitle</a:t>
            </a:r>
            <a:endParaRPr lang="en-US"/>
          </a:p>
        </p:txBody>
      </p:sp>
      <p:sp>
        <p:nvSpPr>
          <p:cNvPr id="25" name="Text Placeholder 24">
            <a:extLst>
              <a:ext uri="{FF2B5EF4-FFF2-40B4-BE49-F238E27FC236}">
                <a16:creationId xmlns:a16="http://schemas.microsoft.com/office/drawing/2014/main" id="{A9647C27-E69D-913D-98CB-477785E72BC2}"/>
              </a:ext>
            </a:extLst>
          </p:cNvPr>
          <p:cNvSpPr>
            <a:spLocks noGrp="1"/>
          </p:cNvSpPr>
          <p:nvPr>
            <p:ph type="body" sz="quarter" idx="16" hasCustomPrompt="1"/>
          </p:nvPr>
        </p:nvSpPr>
        <p:spPr>
          <a:xfrm>
            <a:off x="1511686" y="10216619"/>
            <a:ext cx="4408488" cy="552981"/>
          </a:xfrm>
          <a:prstGeom prst="rect">
            <a:avLst/>
          </a:prstGeom>
        </p:spPr>
        <p:txBody>
          <a:bodyPr anchor="b"/>
          <a:lstStyle>
            <a:lvl1pPr marL="0" indent="0" algn="l" defTabSz="914400" rtl="0" eaLnBrk="1" latinLnBrk="0" hangingPunct="1">
              <a:lnSpc>
                <a:spcPts val="3200"/>
              </a:lnSpc>
              <a:buNone/>
              <a:defRPr lang="en-US" sz="2400" b="0" i="0" kern="0" spc="-48"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3200"/>
              </a:lnSpc>
              <a:buNone/>
            </a:pPr>
            <a:r>
              <a:rPr lang="en-US" sz="2400" kern="0" spc="-48">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Description</a:t>
            </a:r>
            <a:endParaRPr lang="en-US" sz="2400"/>
          </a:p>
        </p:txBody>
      </p:sp>
      <p:sp>
        <p:nvSpPr>
          <p:cNvPr id="26" name="Text Placeholder 24">
            <a:extLst>
              <a:ext uri="{FF2B5EF4-FFF2-40B4-BE49-F238E27FC236}">
                <a16:creationId xmlns:a16="http://schemas.microsoft.com/office/drawing/2014/main" id="{3CF8C0E6-A6AB-F33D-A8B6-8C48277D29C1}"/>
              </a:ext>
            </a:extLst>
          </p:cNvPr>
          <p:cNvSpPr>
            <a:spLocks noGrp="1"/>
          </p:cNvSpPr>
          <p:nvPr>
            <p:ph type="body" sz="quarter" idx="17" hasCustomPrompt="1"/>
          </p:nvPr>
        </p:nvSpPr>
        <p:spPr>
          <a:xfrm>
            <a:off x="12685453" y="10216619"/>
            <a:ext cx="4408488" cy="552981"/>
          </a:xfrm>
          <a:prstGeom prst="rect">
            <a:avLst/>
          </a:prstGeom>
        </p:spPr>
        <p:txBody>
          <a:bodyPr anchor="b"/>
          <a:lstStyle>
            <a:lvl1pPr marL="0" indent="0" algn="l" defTabSz="914400" rtl="0" eaLnBrk="1" latinLnBrk="0" hangingPunct="1">
              <a:lnSpc>
                <a:spcPts val="3200"/>
              </a:lnSpc>
              <a:buNone/>
              <a:defRPr lang="en-US" sz="2400" b="0" i="0" kern="0" spc="-48" dirty="0">
                <a:solidFill>
                  <a:srgbClr val="0F0F0F">
                    <a:alpha val="100000"/>
                  </a:srgbClr>
                </a:solidFill>
                <a:latin typeface="Aptos" panose="020B0004020202020204" pitchFamily="34" charset="0"/>
                <a:ea typeface="Aptos" panose="020B0004020202020204" pitchFamily="34" charset="0"/>
                <a:cs typeface="Poppins" pitchFamily="2" charset="77"/>
              </a:defRPr>
            </a:lvl1pPr>
          </a:lstStyle>
          <a:p>
            <a:pPr marL="0" indent="0" algn="l">
              <a:lnSpc>
                <a:spcPts val="3200"/>
              </a:lnSpc>
              <a:buNone/>
            </a:pPr>
            <a:r>
              <a:rPr lang="en-US" sz="2400" kern="0" spc="-48">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Description</a:t>
            </a:r>
            <a:endParaRPr lang="en-US" sz="2400"/>
          </a:p>
        </p:txBody>
      </p:sp>
    </p:spTree>
    <p:extLst>
      <p:ext uri="{BB962C8B-B14F-4D97-AF65-F5344CB8AC3E}">
        <p14:creationId xmlns:p14="http://schemas.microsoft.com/office/powerpoint/2010/main" val="1072051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blocks text">
    <p:bg>
      <p:bgPr>
        <a:solidFill>
          <a:schemeClr val="accent4"/>
        </a:solidFill>
        <a:effectLst/>
      </p:bgPr>
    </p:bg>
    <p:spTree>
      <p:nvGrpSpPr>
        <p:cNvPr id="1" name=""/>
        <p:cNvGrpSpPr/>
        <p:nvPr/>
      </p:nvGrpSpPr>
      <p:grpSpPr>
        <a:xfrm>
          <a:off x="0" y="0"/>
          <a:ext cx="0" cy="0"/>
          <a:chOff x="0" y="0"/>
          <a:chExt cx="0" cy="0"/>
        </a:xfrm>
      </p:grpSpPr>
      <p:sp>
        <p:nvSpPr>
          <p:cNvPr id="7" name="Shape 2">
            <a:extLst>
              <a:ext uri="{FF2B5EF4-FFF2-40B4-BE49-F238E27FC236}">
                <a16:creationId xmlns:a16="http://schemas.microsoft.com/office/drawing/2014/main" id="{12C595F4-B3F7-5E06-51AC-548372D7CFAF}"/>
              </a:ext>
            </a:extLst>
          </p:cNvPr>
          <p:cNvSpPr/>
          <p:nvPr userDrawn="1"/>
        </p:nvSpPr>
        <p:spPr>
          <a:xfrm>
            <a:off x="1600400" y="6350000"/>
            <a:ext cx="6287286" cy="1574800"/>
          </a:xfrm>
          <a:prstGeom prst="rect">
            <a:avLst/>
          </a:prstGeom>
          <a:noFill/>
          <a:ln/>
        </p:spPr>
        <p:txBody>
          <a:bodyPr/>
          <a:lstStyle/>
          <a:p>
            <a:endParaRPr lang="en-US" b="0" i="0">
              <a:latin typeface="Poppins" pitchFamily="2" charset="77"/>
            </a:endParaRPr>
          </a:p>
        </p:txBody>
      </p:sp>
      <p:sp>
        <p:nvSpPr>
          <p:cNvPr id="17" name="Shape 12">
            <a:extLst>
              <a:ext uri="{FF2B5EF4-FFF2-40B4-BE49-F238E27FC236}">
                <a16:creationId xmlns:a16="http://schemas.microsoft.com/office/drawing/2014/main" id="{F38E5D1D-B87D-B835-D533-FC7CB7F5B336}"/>
              </a:ext>
            </a:extLst>
          </p:cNvPr>
          <p:cNvSpPr/>
          <p:nvPr userDrawn="1"/>
        </p:nvSpPr>
        <p:spPr>
          <a:xfrm>
            <a:off x="16512064" y="6350000"/>
            <a:ext cx="6287286" cy="2438400"/>
          </a:xfrm>
          <a:prstGeom prst="rect">
            <a:avLst/>
          </a:prstGeom>
          <a:noFill/>
          <a:ln/>
        </p:spPr>
        <p:txBody>
          <a:bodyPr/>
          <a:lstStyle/>
          <a:p>
            <a:endParaRPr lang="en-US" b="0" i="0">
              <a:latin typeface="Poppins" pitchFamily="2" charset="77"/>
            </a:endParaRPr>
          </a:p>
        </p:txBody>
      </p:sp>
      <p:sp>
        <p:nvSpPr>
          <p:cNvPr id="22" name="Text Placeholder 19">
            <a:extLst>
              <a:ext uri="{FF2B5EF4-FFF2-40B4-BE49-F238E27FC236}">
                <a16:creationId xmlns:a16="http://schemas.microsoft.com/office/drawing/2014/main" id="{B55218D8-9438-05C0-B609-5BF7A9AEA1E4}"/>
              </a:ext>
            </a:extLst>
          </p:cNvPr>
          <p:cNvSpPr>
            <a:spLocks noGrp="1"/>
          </p:cNvSpPr>
          <p:nvPr>
            <p:ph type="body" sz="quarter" idx="12" hasCustomPrompt="1"/>
          </p:nvPr>
        </p:nvSpPr>
        <p:spPr>
          <a:xfrm>
            <a:off x="8962126" y="6308811"/>
            <a:ext cx="6140138" cy="939800"/>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marL="0" indent="0" algn="l">
              <a:lnSpc>
                <a:spcPts val="6800"/>
              </a:lnSpc>
              <a:buNone/>
            </a:pPr>
            <a:r>
              <a:rPr lang="en-US" sz="6000" kern="0" spc="-12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Item 2</a:t>
            </a:r>
            <a:endParaRPr lang="en-US" sz="6000"/>
          </a:p>
        </p:txBody>
      </p:sp>
      <p:sp>
        <p:nvSpPr>
          <p:cNvPr id="23" name="Text Placeholder 19">
            <a:extLst>
              <a:ext uri="{FF2B5EF4-FFF2-40B4-BE49-F238E27FC236}">
                <a16:creationId xmlns:a16="http://schemas.microsoft.com/office/drawing/2014/main" id="{83B7E634-3F0C-B54C-EFCF-0FED89ACDB3D}"/>
              </a:ext>
            </a:extLst>
          </p:cNvPr>
          <p:cNvSpPr>
            <a:spLocks noGrp="1"/>
          </p:cNvSpPr>
          <p:nvPr>
            <p:ph type="body" sz="quarter" idx="13" hasCustomPrompt="1"/>
          </p:nvPr>
        </p:nvSpPr>
        <p:spPr>
          <a:xfrm>
            <a:off x="8962126" y="7280877"/>
            <a:ext cx="6140138" cy="939800"/>
          </a:xfrm>
          <a:prstGeom prst="rect">
            <a:avLst/>
          </a:prstGeom>
        </p:spPr>
        <p:txBody>
          <a:bodyPr/>
          <a:lstStyle>
            <a:lvl1pPr marL="0" marR="0" indent="0" algn="l" defTabSz="914400" rtl="0" eaLnBrk="1" fontAlgn="auto" latinLnBrk="0" hangingPunct="1">
              <a:lnSpc>
                <a:spcPts val="6800"/>
              </a:lnSpc>
              <a:spcBef>
                <a:spcPct val="20000"/>
              </a:spcBef>
              <a:spcAft>
                <a:spcPts val="0"/>
              </a:spcAft>
              <a:buClrTx/>
              <a:buSzTx/>
              <a:buFont typeface="Arial" pitchFamily="34" charset="0"/>
              <a:buNone/>
              <a:tabLst/>
              <a:defRPr lang="en-US" sz="4800" b="0" i="0" kern="0" spc="-120">
                <a:solidFill>
                  <a:schemeClr val="tx2"/>
                </a:solidFill>
                <a:latin typeface="Poppins" pitchFamily="2" charset="77"/>
                <a:ea typeface="Poppins" pitchFamily="2" charset="77"/>
                <a:cs typeface="Poppins" pitchFamily="2" charset="77"/>
              </a:defRPr>
            </a:lvl1p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lang="en-US" sz="4800" kern="0" spc="-96">
                <a:solidFill>
                  <a:schemeClr val="tx2"/>
                </a:solidFill>
                <a:latin typeface="Segoe UI Variable Display Semibold" pitchFamily="34" charset="0"/>
                <a:ea typeface="Segoe UI Variable Display Semibold" pitchFamily="34" charset="-122"/>
                <a:cs typeface="Segoe UI Variable Display Semibold" pitchFamily="34" charset="-120"/>
              </a:rPr>
              <a:t>Subtitle</a:t>
            </a:r>
            <a:endParaRPr lang="en-US"/>
          </a:p>
        </p:txBody>
      </p:sp>
      <p:sp>
        <p:nvSpPr>
          <p:cNvPr id="24" name="Text Placeholder 24">
            <a:extLst>
              <a:ext uri="{FF2B5EF4-FFF2-40B4-BE49-F238E27FC236}">
                <a16:creationId xmlns:a16="http://schemas.microsoft.com/office/drawing/2014/main" id="{67B74BF8-911F-42EF-3387-B7A181E443FA}"/>
              </a:ext>
            </a:extLst>
          </p:cNvPr>
          <p:cNvSpPr>
            <a:spLocks noGrp="1"/>
          </p:cNvSpPr>
          <p:nvPr>
            <p:ph type="body" sz="quarter" idx="16" hasCustomPrompt="1"/>
          </p:nvPr>
        </p:nvSpPr>
        <p:spPr>
          <a:xfrm>
            <a:off x="8962126" y="10216619"/>
            <a:ext cx="4408488" cy="552981"/>
          </a:xfrm>
          <a:prstGeom prst="rect">
            <a:avLst/>
          </a:prstGeom>
        </p:spPr>
        <p:txBody>
          <a:bodyPr anchor="b"/>
          <a:lstStyle>
            <a:lvl1pPr marL="0" indent="0" algn="l" defTabSz="914400" rtl="0" eaLnBrk="1" latinLnBrk="0" hangingPunct="1">
              <a:lnSpc>
                <a:spcPts val="3200"/>
              </a:lnSpc>
              <a:buNone/>
              <a:defRPr lang="en-US" sz="2400" b="0" i="0" kern="0" spc="-48" dirty="0">
                <a:solidFill>
                  <a:srgbClr val="0F0F0F">
                    <a:alpha val="100000"/>
                  </a:srgbClr>
                </a:solidFill>
                <a:latin typeface="Poppins" pitchFamily="2" charset="77"/>
                <a:ea typeface="Poppins" pitchFamily="2" charset="77"/>
                <a:cs typeface="Poppins" pitchFamily="2" charset="77"/>
              </a:defRPr>
            </a:lvl1pPr>
          </a:lstStyle>
          <a:p>
            <a:pPr marL="0" indent="0" algn="l">
              <a:lnSpc>
                <a:spcPts val="3200"/>
              </a:lnSpc>
              <a:buNone/>
            </a:pPr>
            <a:r>
              <a:rPr lang="en-US" sz="2400" kern="0" spc="-48">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Description</a:t>
            </a:r>
            <a:endParaRPr lang="en-US" sz="2400"/>
          </a:p>
        </p:txBody>
      </p:sp>
      <p:sp>
        <p:nvSpPr>
          <p:cNvPr id="27" name="Text Placeholder 19">
            <a:extLst>
              <a:ext uri="{FF2B5EF4-FFF2-40B4-BE49-F238E27FC236}">
                <a16:creationId xmlns:a16="http://schemas.microsoft.com/office/drawing/2014/main" id="{BAFDBD80-4720-E864-12C6-202C934DAFBE}"/>
              </a:ext>
            </a:extLst>
          </p:cNvPr>
          <p:cNvSpPr>
            <a:spLocks noGrp="1"/>
          </p:cNvSpPr>
          <p:nvPr>
            <p:ph type="body" sz="quarter" idx="17" hasCustomPrompt="1"/>
          </p:nvPr>
        </p:nvSpPr>
        <p:spPr>
          <a:xfrm>
            <a:off x="16425607" y="6308811"/>
            <a:ext cx="6140138" cy="939800"/>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marL="0" indent="0" algn="l">
              <a:lnSpc>
                <a:spcPts val="6800"/>
              </a:lnSpc>
              <a:buNone/>
            </a:pPr>
            <a:r>
              <a:rPr lang="en-US" sz="6000" kern="0" spc="-12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Item 3</a:t>
            </a:r>
            <a:endParaRPr lang="en-US" sz="6000"/>
          </a:p>
        </p:txBody>
      </p:sp>
      <p:sp>
        <p:nvSpPr>
          <p:cNvPr id="28" name="Text Placeholder 19">
            <a:extLst>
              <a:ext uri="{FF2B5EF4-FFF2-40B4-BE49-F238E27FC236}">
                <a16:creationId xmlns:a16="http://schemas.microsoft.com/office/drawing/2014/main" id="{ED897787-FF0B-A2A3-0F90-C7E052BCCA51}"/>
              </a:ext>
            </a:extLst>
          </p:cNvPr>
          <p:cNvSpPr>
            <a:spLocks noGrp="1"/>
          </p:cNvSpPr>
          <p:nvPr>
            <p:ph type="body" sz="quarter" idx="18" hasCustomPrompt="1"/>
          </p:nvPr>
        </p:nvSpPr>
        <p:spPr>
          <a:xfrm>
            <a:off x="16425607" y="7280877"/>
            <a:ext cx="6140138" cy="939800"/>
          </a:xfrm>
          <a:prstGeom prst="rect">
            <a:avLst/>
          </a:prstGeom>
        </p:spPr>
        <p:txBody>
          <a:bodyPr/>
          <a:lstStyle>
            <a:lvl1pPr marL="0" marR="0" indent="0" algn="l" defTabSz="914400" rtl="0" eaLnBrk="1" fontAlgn="auto" latinLnBrk="0" hangingPunct="1">
              <a:lnSpc>
                <a:spcPts val="6800"/>
              </a:lnSpc>
              <a:spcBef>
                <a:spcPct val="20000"/>
              </a:spcBef>
              <a:spcAft>
                <a:spcPts val="0"/>
              </a:spcAft>
              <a:buClrTx/>
              <a:buSzTx/>
              <a:buFont typeface="Arial" pitchFamily="34" charset="0"/>
              <a:buNone/>
              <a:tabLst/>
              <a:defRPr lang="en-US" sz="4800" b="0" i="0" kern="0" spc="-120">
                <a:solidFill>
                  <a:schemeClr val="tx2"/>
                </a:solidFill>
                <a:latin typeface="Poppins" pitchFamily="2" charset="77"/>
                <a:ea typeface="Poppins" pitchFamily="2" charset="77"/>
                <a:cs typeface="Poppins" pitchFamily="2" charset="77"/>
              </a:defRPr>
            </a:lvl1p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lang="en-US" sz="4800" kern="0" spc="-96">
                <a:solidFill>
                  <a:schemeClr val="tx2"/>
                </a:solidFill>
                <a:latin typeface="Segoe UI Variable Display Semibold" pitchFamily="34" charset="0"/>
                <a:ea typeface="Segoe UI Variable Display Semibold" pitchFamily="34" charset="-122"/>
                <a:cs typeface="Segoe UI Variable Display Semibold" pitchFamily="34" charset="-120"/>
              </a:rPr>
              <a:t>Subtitle</a:t>
            </a:r>
            <a:endParaRPr lang="en-US"/>
          </a:p>
        </p:txBody>
      </p:sp>
      <p:sp>
        <p:nvSpPr>
          <p:cNvPr id="29" name="Text Placeholder 24">
            <a:extLst>
              <a:ext uri="{FF2B5EF4-FFF2-40B4-BE49-F238E27FC236}">
                <a16:creationId xmlns:a16="http://schemas.microsoft.com/office/drawing/2014/main" id="{BA6A41FE-C805-D075-4FCE-AF62CA5F8ADE}"/>
              </a:ext>
            </a:extLst>
          </p:cNvPr>
          <p:cNvSpPr>
            <a:spLocks noGrp="1"/>
          </p:cNvSpPr>
          <p:nvPr>
            <p:ph type="body" sz="quarter" idx="19" hasCustomPrompt="1"/>
          </p:nvPr>
        </p:nvSpPr>
        <p:spPr>
          <a:xfrm>
            <a:off x="16425607" y="10216619"/>
            <a:ext cx="4408488" cy="552981"/>
          </a:xfrm>
          <a:prstGeom prst="rect">
            <a:avLst/>
          </a:prstGeom>
        </p:spPr>
        <p:txBody>
          <a:bodyPr anchor="b"/>
          <a:lstStyle>
            <a:lvl1pPr marL="0" indent="0" algn="l" defTabSz="914400" rtl="0" eaLnBrk="1" latinLnBrk="0" hangingPunct="1">
              <a:lnSpc>
                <a:spcPts val="3200"/>
              </a:lnSpc>
              <a:buNone/>
              <a:defRPr lang="en-US" sz="2400" b="0" i="0" kern="0" spc="-48" dirty="0">
                <a:solidFill>
                  <a:srgbClr val="0F0F0F">
                    <a:alpha val="100000"/>
                  </a:srgbClr>
                </a:solidFill>
                <a:latin typeface="Poppins" pitchFamily="2" charset="77"/>
                <a:ea typeface="Poppins" pitchFamily="2" charset="77"/>
                <a:cs typeface="Poppins" pitchFamily="2" charset="77"/>
              </a:defRPr>
            </a:lvl1pPr>
          </a:lstStyle>
          <a:p>
            <a:pPr marL="0" indent="0" algn="l">
              <a:lnSpc>
                <a:spcPts val="3200"/>
              </a:lnSpc>
              <a:buNone/>
            </a:pPr>
            <a:r>
              <a:rPr lang="en-US" sz="2400" kern="0" spc="-48">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Description</a:t>
            </a:r>
            <a:endParaRPr lang="en-US" sz="2400"/>
          </a:p>
        </p:txBody>
      </p:sp>
      <p:sp>
        <p:nvSpPr>
          <p:cNvPr id="30" name="Text Placeholder 19">
            <a:extLst>
              <a:ext uri="{FF2B5EF4-FFF2-40B4-BE49-F238E27FC236}">
                <a16:creationId xmlns:a16="http://schemas.microsoft.com/office/drawing/2014/main" id="{A8B9501E-BFB4-4850-135A-0073E67F1478}"/>
              </a:ext>
            </a:extLst>
          </p:cNvPr>
          <p:cNvSpPr>
            <a:spLocks noGrp="1"/>
          </p:cNvSpPr>
          <p:nvPr>
            <p:ph type="body" sz="quarter" idx="20" hasCustomPrompt="1"/>
          </p:nvPr>
        </p:nvSpPr>
        <p:spPr>
          <a:xfrm>
            <a:off x="1498645" y="6308811"/>
            <a:ext cx="6140138" cy="939800"/>
          </a:xfrm>
          <a:prstGeom prst="rect">
            <a:avLst/>
          </a:prstGeom>
        </p:spPr>
        <p:txBody>
          <a:bodyPr/>
          <a:lstStyle>
            <a:lvl1pPr marL="0" indent="0" algn="l" defTabSz="914400" rtl="0" eaLnBrk="1" latinLnBrk="0" hangingPunct="1">
              <a:lnSpc>
                <a:spcPts val="6800"/>
              </a:lnSpc>
              <a:buNone/>
              <a:defRPr lang="en-US" sz="6000" b="0" i="0" kern="0" spc="-120" dirty="0" smtClean="0">
                <a:solidFill>
                  <a:srgbClr val="0F0F0F">
                    <a:alpha val="100000"/>
                  </a:srgbClr>
                </a:solidFill>
                <a:latin typeface="Poppins" pitchFamily="2" charset="77"/>
                <a:ea typeface="Poppins" pitchFamily="2" charset="77"/>
                <a:cs typeface="Poppins" pitchFamily="2" charset="77"/>
              </a:defRPr>
            </a:lvl1pPr>
          </a:lstStyle>
          <a:p>
            <a:pPr marL="0" indent="0" algn="l">
              <a:lnSpc>
                <a:spcPts val="6800"/>
              </a:lnSpc>
              <a:buNone/>
            </a:pPr>
            <a:r>
              <a:rPr lang="en-US" sz="6000" kern="0" spc="-12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Item 1</a:t>
            </a:r>
            <a:endParaRPr lang="en-US" sz="6000"/>
          </a:p>
        </p:txBody>
      </p:sp>
      <p:sp>
        <p:nvSpPr>
          <p:cNvPr id="31" name="Text Placeholder 19">
            <a:extLst>
              <a:ext uri="{FF2B5EF4-FFF2-40B4-BE49-F238E27FC236}">
                <a16:creationId xmlns:a16="http://schemas.microsoft.com/office/drawing/2014/main" id="{AB60DAB6-79DF-2E12-7FD5-0CCA0778BA03}"/>
              </a:ext>
            </a:extLst>
          </p:cNvPr>
          <p:cNvSpPr>
            <a:spLocks noGrp="1"/>
          </p:cNvSpPr>
          <p:nvPr>
            <p:ph type="body" sz="quarter" idx="21" hasCustomPrompt="1"/>
          </p:nvPr>
        </p:nvSpPr>
        <p:spPr>
          <a:xfrm>
            <a:off x="1498645" y="7280877"/>
            <a:ext cx="6140138" cy="939800"/>
          </a:xfrm>
          <a:prstGeom prst="rect">
            <a:avLst/>
          </a:prstGeom>
        </p:spPr>
        <p:txBody>
          <a:bodyPr/>
          <a:lstStyle>
            <a:lvl1pPr marL="0" marR="0" indent="0" algn="l" defTabSz="914400" rtl="0" eaLnBrk="1" fontAlgn="auto" latinLnBrk="0" hangingPunct="1">
              <a:lnSpc>
                <a:spcPts val="6800"/>
              </a:lnSpc>
              <a:spcBef>
                <a:spcPct val="20000"/>
              </a:spcBef>
              <a:spcAft>
                <a:spcPts val="0"/>
              </a:spcAft>
              <a:buClrTx/>
              <a:buSzTx/>
              <a:buFont typeface="Arial" pitchFamily="34" charset="0"/>
              <a:buNone/>
              <a:tabLst/>
              <a:defRPr lang="en-US" sz="4800" b="0" i="0" kern="0" spc="-120">
                <a:solidFill>
                  <a:schemeClr val="tx2"/>
                </a:solidFill>
                <a:latin typeface="Poppins" pitchFamily="2" charset="77"/>
                <a:ea typeface="Poppins" pitchFamily="2" charset="77"/>
                <a:cs typeface="Poppins" pitchFamily="2" charset="77"/>
              </a:defRPr>
            </a:lvl1pPr>
          </a:lstStyle>
          <a:p>
            <a:pPr marL="0" marR="0" lvl="0" indent="0" algn="l" defTabSz="914400" rtl="0" eaLnBrk="1" fontAlgn="auto" latinLnBrk="0" hangingPunct="1">
              <a:lnSpc>
                <a:spcPts val="6800"/>
              </a:lnSpc>
              <a:spcBef>
                <a:spcPct val="20000"/>
              </a:spcBef>
              <a:spcAft>
                <a:spcPts val="0"/>
              </a:spcAft>
              <a:buClrTx/>
              <a:buSzTx/>
              <a:buFont typeface="Arial" pitchFamily="34" charset="0"/>
              <a:buNone/>
              <a:tabLst/>
              <a:defRPr/>
            </a:pPr>
            <a:r>
              <a:rPr lang="en-US" sz="4800" kern="0" spc="-96">
                <a:solidFill>
                  <a:schemeClr val="tx2"/>
                </a:solidFill>
                <a:latin typeface="Segoe UI Variable Display Semibold" pitchFamily="34" charset="0"/>
                <a:ea typeface="Segoe UI Variable Display Semibold" pitchFamily="34" charset="-122"/>
                <a:cs typeface="Segoe UI Variable Display Semibold" pitchFamily="34" charset="-120"/>
              </a:rPr>
              <a:t>Subtitle</a:t>
            </a:r>
            <a:endParaRPr lang="en-US"/>
          </a:p>
        </p:txBody>
      </p:sp>
      <p:sp>
        <p:nvSpPr>
          <p:cNvPr id="32" name="Text Placeholder 19">
            <a:extLst>
              <a:ext uri="{FF2B5EF4-FFF2-40B4-BE49-F238E27FC236}">
                <a16:creationId xmlns:a16="http://schemas.microsoft.com/office/drawing/2014/main" id="{FFAC78C2-3501-B585-EC26-AB4C513FC0CB}"/>
              </a:ext>
            </a:extLst>
          </p:cNvPr>
          <p:cNvSpPr>
            <a:spLocks noGrp="1"/>
          </p:cNvSpPr>
          <p:nvPr>
            <p:ph type="body" sz="quarter" idx="10" hasCustomPrompt="1"/>
          </p:nvPr>
        </p:nvSpPr>
        <p:spPr>
          <a:xfrm>
            <a:off x="1140565" y="1500658"/>
            <a:ext cx="7010400" cy="939800"/>
          </a:xfrm>
          <a:prstGeom prst="rect">
            <a:avLst/>
          </a:prstGeom>
        </p:spPr>
        <p:txBody>
          <a:bodyPr/>
          <a:lstStyle>
            <a:lvl1pPr marL="0" indent="0" algn="l" defTabSz="914400" rtl="0" eaLnBrk="1" latinLnBrk="0" hangingPunct="1">
              <a:lnSpc>
                <a:spcPts val="6800"/>
              </a:lnSpc>
              <a:buNone/>
              <a:defRPr lang="en-US" sz="10000" b="1" i="0" kern="0" spc="-12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33" name="Text Placeholder 19">
            <a:extLst>
              <a:ext uri="{FF2B5EF4-FFF2-40B4-BE49-F238E27FC236}">
                <a16:creationId xmlns:a16="http://schemas.microsoft.com/office/drawing/2014/main" id="{E7D0E3CC-8E1E-6D3F-FD71-363594381F25}"/>
              </a:ext>
            </a:extLst>
          </p:cNvPr>
          <p:cNvSpPr>
            <a:spLocks noGrp="1"/>
          </p:cNvSpPr>
          <p:nvPr>
            <p:ph type="body" sz="quarter" idx="11" hasCustomPrompt="1"/>
          </p:nvPr>
        </p:nvSpPr>
        <p:spPr>
          <a:xfrm>
            <a:off x="1140565" y="2858532"/>
            <a:ext cx="7010400" cy="939800"/>
          </a:xfrm>
          <a:prstGeom prst="rect">
            <a:avLst/>
          </a:prstGeom>
        </p:spPr>
        <p:txBody>
          <a:bodyPr/>
          <a:lstStyle>
            <a:lvl1pPr marL="0" indent="0" algn="l" defTabSz="914400" rtl="0" eaLnBrk="1" latinLnBrk="0" hangingPunct="1">
              <a:lnSpc>
                <a:spcPts val="6800"/>
              </a:lnSpc>
              <a:buNone/>
              <a:defRPr lang="en-US" sz="10000" b="0" i="0" kern="0" spc="-120" dirty="0" smtClean="0">
                <a:solidFill>
                  <a:schemeClr val="tx2"/>
                </a:solidFill>
                <a:latin typeface="Poppins" pitchFamily="2" charset="77"/>
                <a:ea typeface="Poppins" pitchFamily="2" charset="77"/>
                <a:cs typeface="Poppins" pitchFamily="2" charset="77"/>
              </a:defRPr>
            </a:lvl1pPr>
          </a:lstStyle>
          <a:p>
            <a:pPr lvl="0"/>
            <a:r>
              <a:rPr lang="en-US"/>
              <a:t>Subtitle</a:t>
            </a:r>
          </a:p>
        </p:txBody>
      </p:sp>
      <p:sp>
        <p:nvSpPr>
          <p:cNvPr id="2" name="Text Placeholder 24">
            <a:extLst>
              <a:ext uri="{FF2B5EF4-FFF2-40B4-BE49-F238E27FC236}">
                <a16:creationId xmlns:a16="http://schemas.microsoft.com/office/drawing/2014/main" id="{AE1322E1-3301-2053-1791-851837B34AA8}"/>
              </a:ext>
            </a:extLst>
          </p:cNvPr>
          <p:cNvSpPr>
            <a:spLocks noGrp="1"/>
          </p:cNvSpPr>
          <p:nvPr>
            <p:ph type="body" sz="quarter" idx="22" hasCustomPrompt="1"/>
          </p:nvPr>
        </p:nvSpPr>
        <p:spPr>
          <a:xfrm>
            <a:off x="1498070" y="10216619"/>
            <a:ext cx="4408488" cy="552981"/>
          </a:xfrm>
          <a:prstGeom prst="rect">
            <a:avLst/>
          </a:prstGeom>
        </p:spPr>
        <p:txBody>
          <a:bodyPr anchor="b"/>
          <a:lstStyle>
            <a:lvl1pPr marL="0" indent="0" algn="l" defTabSz="914400" rtl="0" eaLnBrk="1" latinLnBrk="0" hangingPunct="1">
              <a:lnSpc>
                <a:spcPts val="3200"/>
              </a:lnSpc>
              <a:buNone/>
              <a:defRPr lang="en-US" sz="2400" b="0" i="0" kern="0" spc="-48" dirty="0">
                <a:solidFill>
                  <a:srgbClr val="0F0F0F">
                    <a:alpha val="100000"/>
                  </a:srgbClr>
                </a:solidFill>
                <a:latin typeface="Poppins" pitchFamily="2" charset="77"/>
                <a:ea typeface="Poppins" pitchFamily="2" charset="77"/>
                <a:cs typeface="Poppins" pitchFamily="2" charset="77"/>
              </a:defRPr>
            </a:lvl1pPr>
          </a:lstStyle>
          <a:p>
            <a:pPr marL="0" indent="0" algn="l">
              <a:lnSpc>
                <a:spcPts val="3200"/>
              </a:lnSpc>
              <a:buNone/>
            </a:pPr>
            <a:r>
              <a:rPr lang="en-US" sz="2400" kern="0" spc="-48">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Description</a:t>
            </a:r>
            <a:endParaRPr lang="en-US" sz="2400"/>
          </a:p>
        </p:txBody>
      </p:sp>
    </p:spTree>
    <p:extLst>
      <p:ext uri="{BB962C8B-B14F-4D97-AF65-F5344CB8AC3E}">
        <p14:creationId xmlns:p14="http://schemas.microsoft.com/office/powerpoint/2010/main" val="633159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blocks">
    <p:bg>
      <p:bgPr>
        <a:solidFill>
          <a:schemeClr val="accent4"/>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E72801E-F3B3-76DA-DC57-0276D87F411E}"/>
              </a:ext>
            </a:extLst>
          </p:cNvPr>
          <p:cNvSpPr/>
          <p:nvPr userDrawn="1"/>
        </p:nvSpPr>
        <p:spPr>
          <a:xfrm>
            <a:off x="10105383" y="2998788"/>
            <a:ext cx="4176282" cy="5816600"/>
          </a:xfrm>
          <a:prstGeom prst="roundRect">
            <a:avLst>
              <a:gd name="adj" fmla="val 40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3" name="Rounded Rectangle 2">
            <a:extLst>
              <a:ext uri="{FF2B5EF4-FFF2-40B4-BE49-F238E27FC236}">
                <a16:creationId xmlns:a16="http://schemas.microsoft.com/office/drawing/2014/main" id="{ECAB2535-986A-5928-8411-E031B3B9FCD9}"/>
              </a:ext>
            </a:extLst>
          </p:cNvPr>
          <p:cNvSpPr/>
          <p:nvPr userDrawn="1"/>
        </p:nvSpPr>
        <p:spPr>
          <a:xfrm>
            <a:off x="1147121" y="2998788"/>
            <a:ext cx="4176282" cy="5816600"/>
          </a:xfrm>
          <a:prstGeom prst="roundRect">
            <a:avLst>
              <a:gd name="adj" fmla="val 40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4" name="Rounded Rectangle 3">
            <a:extLst>
              <a:ext uri="{FF2B5EF4-FFF2-40B4-BE49-F238E27FC236}">
                <a16:creationId xmlns:a16="http://schemas.microsoft.com/office/drawing/2014/main" id="{2C08EA4F-2695-1A87-B2B8-81F4665F4732}"/>
              </a:ext>
            </a:extLst>
          </p:cNvPr>
          <p:cNvSpPr/>
          <p:nvPr userDrawn="1"/>
        </p:nvSpPr>
        <p:spPr>
          <a:xfrm>
            <a:off x="19063646" y="2998788"/>
            <a:ext cx="4176282" cy="5816600"/>
          </a:xfrm>
          <a:prstGeom prst="roundRect">
            <a:avLst>
              <a:gd name="adj" fmla="val 40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5" name="Rounded Rectangle 4">
            <a:extLst>
              <a:ext uri="{FF2B5EF4-FFF2-40B4-BE49-F238E27FC236}">
                <a16:creationId xmlns:a16="http://schemas.microsoft.com/office/drawing/2014/main" id="{EA145E20-1E13-6952-0928-996DC519DB15}"/>
              </a:ext>
            </a:extLst>
          </p:cNvPr>
          <p:cNvSpPr/>
          <p:nvPr userDrawn="1"/>
        </p:nvSpPr>
        <p:spPr>
          <a:xfrm>
            <a:off x="12341966" y="9118600"/>
            <a:ext cx="10897962" cy="3454400"/>
          </a:xfrm>
          <a:prstGeom prst="roundRect">
            <a:avLst>
              <a:gd name="adj" fmla="val 40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6" name="Rounded Rectangle 5">
            <a:extLst>
              <a:ext uri="{FF2B5EF4-FFF2-40B4-BE49-F238E27FC236}">
                <a16:creationId xmlns:a16="http://schemas.microsoft.com/office/drawing/2014/main" id="{8624B87D-76EF-DD8B-D625-EF95FFBCDAD7}"/>
              </a:ext>
            </a:extLst>
          </p:cNvPr>
          <p:cNvSpPr/>
          <p:nvPr userDrawn="1"/>
        </p:nvSpPr>
        <p:spPr>
          <a:xfrm>
            <a:off x="1140566" y="9118600"/>
            <a:ext cx="10897962" cy="3454400"/>
          </a:xfrm>
          <a:prstGeom prst="roundRect">
            <a:avLst>
              <a:gd name="adj" fmla="val 40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7" name="Rounded Rectangle 6">
            <a:extLst>
              <a:ext uri="{FF2B5EF4-FFF2-40B4-BE49-F238E27FC236}">
                <a16:creationId xmlns:a16="http://schemas.microsoft.com/office/drawing/2014/main" id="{819FA051-30FB-12EF-1A3B-5420FDB3E061}"/>
              </a:ext>
            </a:extLst>
          </p:cNvPr>
          <p:cNvSpPr/>
          <p:nvPr userDrawn="1"/>
        </p:nvSpPr>
        <p:spPr>
          <a:xfrm>
            <a:off x="5633396" y="2998788"/>
            <a:ext cx="4176282" cy="2755900"/>
          </a:xfrm>
          <a:prstGeom prst="roundRect">
            <a:avLst>
              <a:gd name="adj" fmla="val 45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8" name="Rounded Rectangle 7">
            <a:extLst>
              <a:ext uri="{FF2B5EF4-FFF2-40B4-BE49-F238E27FC236}">
                <a16:creationId xmlns:a16="http://schemas.microsoft.com/office/drawing/2014/main" id="{C269B9BA-693D-5C29-4793-E9AD1BCB8FC6}"/>
              </a:ext>
            </a:extLst>
          </p:cNvPr>
          <p:cNvSpPr/>
          <p:nvPr userDrawn="1"/>
        </p:nvSpPr>
        <p:spPr>
          <a:xfrm>
            <a:off x="5633396" y="6056313"/>
            <a:ext cx="4176282" cy="2755900"/>
          </a:xfrm>
          <a:prstGeom prst="roundRect">
            <a:avLst>
              <a:gd name="adj" fmla="val 45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9" name="Rounded Rectangle 8">
            <a:extLst>
              <a:ext uri="{FF2B5EF4-FFF2-40B4-BE49-F238E27FC236}">
                <a16:creationId xmlns:a16="http://schemas.microsoft.com/office/drawing/2014/main" id="{8C80E795-7FC8-D097-4D94-EA50BB0EBAD6}"/>
              </a:ext>
            </a:extLst>
          </p:cNvPr>
          <p:cNvSpPr/>
          <p:nvPr userDrawn="1"/>
        </p:nvSpPr>
        <p:spPr>
          <a:xfrm>
            <a:off x="14591658" y="2998788"/>
            <a:ext cx="4176282" cy="2755900"/>
          </a:xfrm>
          <a:prstGeom prst="roundRect">
            <a:avLst>
              <a:gd name="adj" fmla="val 45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10" name="Rounded Rectangle 9">
            <a:extLst>
              <a:ext uri="{FF2B5EF4-FFF2-40B4-BE49-F238E27FC236}">
                <a16:creationId xmlns:a16="http://schemas.microsoft.com/office/drawing/2014/main" id="{4FBE580C-645A-54F5-6552-2C604B78D514}"/>
              </a:ext>
            </a:extLst>
          </p:cNvPr>
          <p:cNvSpPr/>
          <p:nvPr userDrawn="1"/>
        </p:nvSpPr>
        <p:spPr>
          <a:xfrm>
            <a:off x="14591658" y="6056313"/>
            <a:ext cx="4176282" cy="2755900"/>
          </a:xfrm>
          <a:prstGeom prst="roundRect">
            <a:avLst>
              <a:gd name="adj" fmla="val 45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Poppins" pitchFamily="2" charset="77"/>
            </a:endParaRPr>
          </a:p>
        </p:txBody>
      </p:sp>
      <p:sp>
        <p:nvSpPr>
          <p:cNvPr id="31" name="Text Placeholder 19">
            <a:extLst>
              <a:ext uri="{FF2B5EF4-FFF2-40B4-BE49-F238E27FC236}">
                <a16:creationId xmlns:a16="http://schemas.microsoft.com/office/drawing/2014/main" id="{A2D71D46-4A53-319E-4638-A67D5C687F73}"/>
              </a:ext>
            </a:extLst>
          </p:cNvPr>
          <p:cNvSpPr>
            <a:spLocks noGrp="1"/>
          </p:cNvSpPr>
          <p:nvPr>
            <p:ph type="body" sz="quarter" idx="13" hasCustomPrompt="1"/>
          </p:nvPr>
        </p:nvSpPr>
        <p:spPr>
          <a:xfrm>
            <a:off x="1083509" y="1103244"/>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chemeClr val="tx2"/>
                </a:solidFill>
                <a:latin typeface="Poppins" pitchFamily="2" charset="77"/>
                <a:ea typeface="Poppins" pitchFamily="2" charset="77"/>
                <a:cs typeface="Poppins" pitchFamily="2" charset="77"/>
              </a:defRPr>
            </a:lvl1pPr>
          </a:lstStyle>
          <a:p>
            <a:pPr lvl="0"/>
            <a:r>
              <a:rPr lang="en-US"/>
              <a:t>Subtitle</a:t>
            </a:r>
          </a:p>
        </p:txBody>
      </p:sp>
      <p:sp>
        <p:nvSpPr>
          <p:cNvPr id="32" name="Text Placeholder 19">
            <a:extLst>
              <a:ext uri="{FF2B5EF4-FFF2-40B4-BE49-F238E27FC236}">
                <a16:creationId xmlns:a16="http://schemas.microsoft.com/office/drawing/2014/main" id="{133FB886-FF57-19AF-0A4D-7E0F975251F0}"/>
              </a:ext>
            </a:extLst>
          </p:cNvPr>
          <p:cNvSpPr>
            <a:spLocks noGrp="1"/>
          </p:cNvSpPr>
          <p:nvPr>
            <p:ph type="body" sz="quarter" idx="15" hasCustomPrompt="1"/>
          </p:nvPr>
        </p:nvSpPr>
        <p:spPr>
          <a:xfrm>
            <a:off x="1083509" y="1659835"/>
            <a:ext cx="7010400" cy="635000"/>
          </a:xfrm>
          <a:prstGeom prst="rect">
            <a:avLst/>
          </a:prstGeom>
        </p:spPr>
        <p:txBody>
          <a:bodyPr/>
          <a:lstStyle>
            <a:lvl1pPr marL="0" indent="0" algn="l" defTabSz="914400" rtl="0" eaLnBrk="1" latinLnBrk="0" hangingPunct="1">
              <a:lnSpc>
                <a:spcPts val="4400"/>
              </a:lnSpc>
              <a:buNone/>
              <a:defRPr lang="en-US" sz="3600" b="1"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12" name="Text Placeholder 11">
            <a:extLst>
              <a:ext uri="{FF2B5EF4-FFF2-40B4-BE49-F238E27FC236}">
                <a16:creationId xmlns:a16="http://schemas.microsoft.com/office/drawing/2014/main" id="{886ABE97-4550-BB35-04CE-50B646433E29}"/>
              </a:ext>
            </a:extLst>
          </p:cNvPr>
          <p:cNvSpPr>
            <a:spLocks noGrp="1"/>
          </p:cNvSpPr>
          <p:nvPr>
            <p:ph type="body" sz="quarter" idx="16" hasCustomPrompt="1"/>
          </p:nvPr>
        </p:nvSpPr>
        <p:spPr>
          <a:xfrm>
            <a:off x="1508863" y="3423965"/>
            <a:ext cx="3455024"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lvl="0"/>
            <a:r>
              <a:rPr lang="en-US"/>
              <a:t>Visual Studio</a:t>
            </a:r>
          </a:p>
        </p:txBody>
      </p:sp>
      <p:sp>
        <p:nvSpPr>
          <p:cNvPr id="36" name="Text Placeholder 11">
            <a:extLst>
              <a:ext uri="{FF2B5EF4-FFF2-40B4-BE49-F238E27FC236}">
                <a16:creationId xmlns:a16="http://schemas.microsoft.com/office/drawing/2014/main" id="{0A795EA2-9A65-1A47-5947-81E6A1749E11}"/>
              </a:ext>
            </a:extLst>
          </p:cNvPr>
          <p:cNvSpPr>
            <a:spLocks noGrp="1"/>
          </p:cNvSpPr>
          <p:nvPr>
            <p:ph type="body" sz="quarter" idx="17" hasCustomPrompt="1"/>
          </p:nvPr>
        </p:nvSpPr>
        <p:spPr>
          <a:xfrm>
            <a:off x="1508863" y="4077107"/>
            <a:ext cx="3455024" cy="1318858"/>
          </a:xfrm>
          <a:prstGeom prst="rect">
            <a:avLst/>
          </a:prstGeom>
        </p:spPr>
        <p:txBody>
          <a:bodyPr/>
          <a:lstStyle>
            <a:lvl1pPr marL="0" indent="0" algn="l" defTabSz="914400" rtl="0" eaLnBrk="1" latinLnBrk="0" hangingPunct="1">
              <a:lnSpc>
                <a:spcPct val="100000"/>
              </a:lnSpc>
              <a:buFont typeface="Wingdings" pitchFamily="2" charset="2"/>
              <a:buNone/>
              <a:defRPr lang="en-US" sz="2000" b="0" i="0" kern="1200" dirty="0">
                <a:solidFill>
                  <a:schemeClr val="tx1"/>
                </a:solidFill>
                <a:latin typeface="Poppins" pitchFamily="2" charset="77"/>
                <a:ea typeface="Aptos" panose="020B0004020202020204" pitchFamily="34" charset="0"/>
                <a:cs typeface="Poppins" pitchFamily="2" charset="77"/>
              </a:defRPr>
            </a:lvl1pPr>
          </a:lstStyle>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p:txBody>
      </p:sp>
      <p:sp>
        <p:nvSpPr>
          <p:cNvPr id="37" name="Text Placeholder 11">
            <a:extLst>
              <a:ext uri="{FF2B5EF4-FFF2-40B4-BE49-F238E27FC236}">
                <a16:creationId xmlns:a16="http://schemas.microsoft.com/office/drawing/2014/main" id="{5B7620F3-B2C0-B194-DEA0-149CE7065433}"/>
              </a:ext>
            </a:extLst>
          </p:cNvPr>
          <p:cNvSpPr>
            <a:spLocks noGrp="1"/>
          </p:cNvSpPr>
          <p:nvPr>
            <p:ph type="body" sz="quarter" idx="18" hasCustomPrompt="1"/>
          </p:nvPr>
        </p:nvSpPr>
        <p:spPr>
          <a:xfrm>
            <a:off x="5996971" y="3423965"/>
            <a:ext cx="3518818"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lvl="0"/>
            <a:r>
              <a:rPr lang="en-US"/>
              <a:t>GitHub</a:t>
            </a:r>
          </a:p>
        </p:txBody>
      </p:sp>
      <p:sp>
        <p:nvSpPr>
          <p:cNvPr id="38" name="Text Placeholder 11">
            <a:extLst>
              <a:ext uri="{FF2B5EF4-FFF2-40B4-BE49-F238E27FC236}">
                <a16:creationId xmlns:a16="http://schemas.microsoft.com/office/drawing/2014/main" id="{628C123C-C80D-CEA8-6BA1-E96802429457}"/>
              </a:ext>
            </a:extLst>
          </p:cNvPr>
          <p:cNvSpPr>
            <a:spLocks noGrp="1"/>
          </p:cNvSpPr>
          <p:nvPr>
            <p:ph type="body" sz="quarter" idx="19" hasCustomPrompt="1"/>
          </p:nvPr>
        </p:nvSpPr>
        <p:spPr>
          <a:xfrm>
            <a:off x="5996971" y="4077107"/>
            <a:ext cx="3518818" cy="1318858"/>
          </a:xfrm>
          <a:prstGeom prst="rect">
            <a:avLst/>
          </a:prstGeom>
        </p:spPr>
        <p:txBody>
          <a:bodyPr/>
          <a:lstStyle>
            <a:lvl1pPr marL="0" indent="0" algn="l" defTabSz="914400" rtl="0" eaLnBrk="1" latinLnBrk="0" hangingPunct="1">
              <a:lnSpc>
                <a:spcPct val="100000"/>
              </a:lnSpc>
              <a:buFont typeface="Wingdings" pitchFamily="2" charset="2"/>
              <a:buNone/>
              <a:defRPr lang="en-US" sz="2000" b="0" i="0" kern="1200" dirty="0">
                <a:solidFill>
                  <a:schemeClr val="tx1"/>
                </a:solidFill>
                <a:latin typeface="Poppins" pitchFamily="2" charset="77"/>
                <a:ea typeface="Aptos" panose="020B0004020202020204" pitchFamily="34" charset="0"/>
                <a:cs typeface="Poppins" pitchFamily="2" charset="77"/>
              </a:defRPr>
            </a:lvl1pPr>
          </a:lstStyle>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p:txBody>
      </p:sp>
      <p:sp>
        <p:nvSpPr>
          <p:cNvPr id="39" name="Text Placeholder 11">
            <a:extLst>
              <a:ext uri="{FF2B5EF4-FFF2-40B4-BE49-F238E27FC236}">
                <a16:creationId xmlns:a16="http://schemas.microsoft.com/office/drawing/2014/main" id="{A9DA79F8-4CAE-1EC4-9373-75963FEE1E94}"/>
              </a:ext>
            </a:extLst>
          </p:cNvPr>
          <p:cNvSpPr>
            <a:spLocks noGrp="1"/>
          </p:cNvSpPr>
          <p:nvPr>
            <p:ph type="body" sz="quarter" idx="20" hasCustomPrompt="1"/>
          </p:nvPr>
        </p:nvSpPr>
        <p:spPr>
          <a:xfrm>
            <a:off x="5996971" y="6418374"/>
            <a:ext cx="3518818"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lvl="0"/>
            <a:r>
              <a:rPr lang="en-US"/>
              <a:t>Azure</a:t>
            </a:r>
          </a:p>
        </p:txBody>
      </p:sp>
      <p:sp>
        <p:nvSpPr>
          <p:cNvPr id="40" name="Text Placeholder 11">
            <a:extLst>
              <a:ext uri="{FF2B5EF4-FFF2-40B4-BE49-F238E27FC236}">
                <a16:creationId xmlns:a16="http://schemas.microsoft.com/office/drawing/2014/main" id="{1EE84F26-DA6E-E86D-60BB-B8034F5592E2}"/>
              </a:ext>
            </a:extLst>
          </p:cNvPr>
          <p:cNvSpPr>
            <a:spLocks noGrp="1"/>
          </p:cNvSpPr>
          <p:nvPr>
            <p:ph type="body" sz="quarter" idx="21" hasCustomPrompt="1"/>
          </p:nvPr>
        </p:nvSpPr>
        <p:spPr>
          <a:xfrm>
            <a:off x="5996971" y="7071516"/>
            <a:ext cx="3518818" cy="1318858"/>
          </a:xfrm>
          <a:prstGeom prst="rect">
            <a:avLst/>
          </a:prstGeom>
        </p:spPr>
        <p:txBody>
          <a:bodyPr/>
          <a:lstStyle>
            <a:lvl1pPr marL="0" indent="0" algn="l" defTabSz="914400" rtl="0" eaLnBrk="1" latinLnBrk="0" hangingPunct="1">
              <a:lnSpc>
                <a:spcPts val="2800"/>
              </a:lnSpc>
              <a:buFont typeface="Wingdings" pitchFamily="2" charset="2"/>
              <a:buNone/>
              <a:defRPr lang="en-US" sz="2000" b="0" i="0" kern="1200" dirty="0">
                <a:solidFill>
                  <a:schemeClr val="tx1"/>
                </a:solidFill>
                <a:latin typeface="Poppins" pitchFamily="2" charset="77"/>
                <a:ea typeface="Poppins" pitchFamily="2" charset="77"/>
                <a:cs typeface="Poppins" pitchFamily="2" charset="77"/>
              </a:defRPr>
            </a:lvl1pPr>
          </a:lstStyle>
          <a:p>
            <a:pPr marL="0" indent="0" algn="l">
              <a:lnSpc>
                <a:spcPts val="2800"/>
              </a:lnSpc>
              <a:buNone/>
            </a:pP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Dolor sit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amet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consectetur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adipiscing</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elit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sed do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eiusmod</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tempor</a:t>
            </a:r>
            <a:endParaRPr lang="en-US" sz="2000">
              <a:solidFill>
                <a:schemeClr val="tx2"/>
              </a:solidFill>
            </a:endParaRPr>
          </a:p>
        </p:txBody>
      </p:sp>
      <p:sp>
        <p:nvSpPr>
          <p:cNvPr id="41" name="Text Placeholder 11">
            <a:extLst>
              <a:ext uri="{FF2B5EF4-FFF2-40B4-BE49-F238E27FC236}">
                <a16:creationId xmlns:a16="http://schemas.microsoft.com/office/drawing/2014/main" id="{BB3A2383-F830-07D8-0764-C882357FB82A}"/>
              </a:ext>
            </a:extLst>
          </p:cNvPr>
          <p:cNvSpPr>
            <a:spLocks noGrp="1"/>
          </p:cNvSpPr>
          <p:nvPr>
            <p:ph type="body" sz="quarter" idx="22" hasCustomPrompt="1"/>
          </p:nvPr>
        </p:nvSpPr>
        <p:spPr>
          <a:xfrm>
            <a:off x="10418246" y="3423965"/>
            <a:ext cx="3518818"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lvl="0"/>
            <a:r>
              <a:rPr lang="en-US"/>
              <a:t>VS Code</a:t>
            </a:r>
          </a:p>
        </p:txBody>
      </p:sp>
      <p:sp>
        <p:nvSpPr>
          <p:cNvPr id="42" name="Text Placeholder 11">
            <a:extLst>
              <a:ext uri="{FF2B5EF4-FFF2-40B4-BE49-F238E27FC236}">
                <a16:creationId xmlns:a16="http://schemas.microsoft.com/office/drawing/2014/main" id="{7859223D-E906-7E6E-E267-7B1ED056B7E5}"/>
              </a:ext>
            </a:extLst>
          </p:cNvPr>
          <p:cNvSpPr>
            <a:spLocks noGrp="1"/>
          </p:cNvSpPr>
          <p:nvPr>
            <p:ph type="body" sz="quarter" idx="23" hasCustomPrompt="1"/>
          </p:nvPr>
        </p:nvSpPr>
        <p:spPr>
          <a:xfrm>
            <a:off x="10418246" y="4077106"/>
            <a:ext cx="3518818" cy="1801179"/>
          </a:xfrm>
          <a:prstGeom prst="rect">
            <a:avLst/>
          </a:prstGeom>
        </p:spPr>
        <p:txBody>
          <a:bodyPr/>
          <a:lstStyle>
            <a:lvl1pPr marL="0" indent="0" algn="l" defTabSz="914400" rtl="0" eaLnBrk="1" latinLnBrk="0" hangingPunct="1">
              <a:lnSpc>
                <a:spcPts val="2800"/>
              </a:lnSpc>
              <a:buFont typeface="Wingdings" pitchFamily="2" charset="2"/>
              <a:buNone/>
              <a:defRPr lang="en-US" sz="2000" b="0" i="0" kern="1200" dirty="0">
                <a:solidFill>
                  <a:schemeClr val="tx1"/>
                </a:solidFill>
                <a:latin typeface="Poppins" pitchFamily="2" charset="77"/>
                <a:ea typeface="Poppins" pitchFamily="2" charset="77"/>
                <a:cs typeface="Poppins" pitchFamily="2" charset="77"/>
              </a:defRPr>
            </a:lvl1pPr>
          </a:lstStyle>
          <a:p>
            <a:pPr marL="0" indent="0" algn="l">
              <a:lnSpc>
                <a:spcPts val="2800"/>
              </a:lnSpc>
              <a:buNone/>
            </a:pP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Dolor sit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amet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consectetur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adipiscing</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elit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sed do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eiusmod</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tempor</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incididunt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ut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labore et dolore magna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aliqua</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a:t>
            </a:r>
            <a:endParaRPr lang="en-US" sz="2000">
              <a:solidFill>
                <a:schemeClr val="tx2"/>
              </a:solidFill>
            </a:endParaRPr>
          </a:p>
        </p:txBody>
      </p:sp>
      <p:sp>
        <p:nvSpPr>
          <p:cNvPr id="43" name="Text Placeholder 11">
            <a:extLst>
              <a:ext uri="{FF2B5EF4-FFF2-40B4-BE49-F238E27FC236}">
                <a16:creationId xmlns:a16="http://schemas.microsoft.com/office/drawing/2014/main" id="{D4F8004B-C7F7-50CF-E876-8D1240248379}"/>
              </a:ext>
            </a:extLst>
          </p:cNvPr>
          <p:cNvSpPr>
            <a:spLocks noGrp="1"/>
          </p:cNvSpPr>
          <p:nvPr>
            <p:ph type="body" sz="quarter" idx="24" hasCustomPrompt="1"/>
          </p:nvPr>
        </p:nvSpPr>
        <p:spPr>
          <a:xfrm>
            <a:off x="14909859" y="3423965"/>
            <a:ext cx="3518818"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marL="0" indent="0" algn="l">
              <a:lnSpc>
                <a:spcPts val="2800"/>
              </a:lnSpc>
              <a:buNone/>
            </a:pPr>
            <a:r>
              <a:rPr lang="en-US" sz="200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Power Platforms</a:t>
            </a:r>
            <a:endParaRPr lang="en-US" sz="2000"/>
          </a:p>
        </p:txBody>
      </p:sp>
      <p:sp>
        <p:nvSpPr>
          <p:cNvPr id="44" name="Text Placeholder 11">
            <a:extLst>
              <a:ext uri="{FF2B5EF4-FFF2-40B4-BE49-F238E27FC236}">
                <a16:creationId xmlns:a16="http://schemas.microsoft.com/office/drawing/2014/main" id="{0C81BE12-6DEF-E252-19D0-5AD115D0CCE8}"/>
              </a:ext>
            </a:extLst>
          </p:cNvPr>
          <p:cNvSpPr>
            <a:spLocks noGrp="1"/>
          </p:cNvSpPr>
          <p:nvPr>
            <p:ph type="body" sz="quarter" idx="25" hasCustomPrompt="1"/>
          </p:nvPr>
        </p:nvSpPr>
        <p:spPr>
          <a:xfrm>
            <a:off x="14909859" y="4077106"/>
            <a:ext cx="3518818" cy="916897"/>
          </a:xfrm>
          <a:prstGeom prst="rect">
            <a:avLst/>
          </a:prstGeom>
        </p:spPr>
        <p:txBody>
          <a:bodyPr/>
          <a:lstStyle>
            <a:lvl1pPr marL="0" indent="0" algn="l" defTabSz="914400" rtl="0" eaLnBrk="1" latinLnBrk="0" hangingPunct="1">
              <a:lnSpc>
                <a:spcPts val="2800"/>
              </a:lnSpc>
              <a:buFont typeface="Wingdings" pitchFamily="2" charset="2"/>
              <a:buNone/>
              <a:defRPr lang="en-US" sz="2000" b="0" i="0" kern="1200" dirty="0">
                <a:solidFill>
                  <a:schemeClr val="tx1"/>
                </a:solidFill>
                <a:latin typeface="Poppins" pitchFamily="2" charset="77"/>
                <a:ea typeface="Poppins" pitchFamily="2" charset="77"/>
                <a:cs typeface="Poppins" pitchFamily="2" charset="77"/>
              </a:defRPr>
            </a:lvl1pPr>
          </a:lstStyle>
          <a:p>
            <a:pPr marL="0" indent="0" algn="l">
              <a:lnSpc>
                <a:spcPts val="2800"/>
              </a:lnSpc>
              <a:buNone/>
            </a:pP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Dolor sit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amet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consectetur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adipiscing</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elit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a:t>
            </a:r>
            <a:endParaRPr lang="en-US" sz="2000">
              <a:solidFill>
                <a:schemeClr val="tx2"/>
              </a:solidFill>
            </a:endParaRPr>
          </a:p>
        </p:txBody>
      </p:sp>
      <p:sp>
        <p:nvSpPr>
          <p:cNvPr id="45" name="Text Placeholder 11">
            <a:extLst>
              <a:ext uri="{FF2B5EF4-FFF2-40B4-BE49-F238E27FC236}">
                <a16:creationId xmlns:a16="http://schemas.microsoft.com/office/drawing/2014/main" id="{7EEE600B-D741-33A2-6D31-E2D8D958D148}"/>
              </a:ext>
            </a:extLst>
          </p:cNvPr>
          <p:cNvSpPr>
            <a:spLocks noGrp="1"/>
          </p:cNvSpPr>
          <p:nvPr>
            <p:ph type="body" sz="quarter" idx="26" hasCustomPrompt="1"/>
          </p:nvPr>
        </p:nvSpPr>
        <p:spPr>
          <a:xfrm>
            <a:off x="19381376" y="3423965"/>
            <a:ext cx="3518818"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marL="0" indent="0" algn="l">
              <a:lnSpc>
                <a:spcPts val="2800"/>
              </a:lnSpc>
              <a:buNone/>
            </a:pPr>
            <a:r>
              <a:rPr lang="en-US" sz="200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Customer segments</a:t>
            </a:r>
            <a:endParaRPr lang="en-US" sz="2000"/>
          </a:p>
        </p:txBody>
      </p:sp>
      <p:sp>
        <p:nvSpPr>
          <p:cNvPr id="46" name="Text Placeholder 11">
            <a:extLst>
              <a:ext uri="{FF2B5EF4-FFF2-40B4-BE49-F238E27FC236}">
                <a16:creationId xmlns:a16="http://schemas.microsoft.com/office/drawing/2014/main" id="{37CA04C9-8DEF-D303-5413-9657CE578796}"/>
              </a:ext>
            </a:extLst>
          </p:cNvPr>
          <p:cNvSpPr>
            <a:spLocks noGrp="1"/>
          </p:cNvSpPr>
          <p:nvPr>
            <p:ph type="body" sz="quarter" idx="27" hasCustomPrompt="1"/>
          </p:nvPr>
        </p:nvSpPr>
        <p:spPr>
          <a:xfrm>
            <a:off x="19381376" y="4077106"/>
            <a:ext cx="3518818" cy="1801179"/>
          </a:xfrm>
          <a:prstGeom prst="rect">
            <a:avLst/>
          </a:prstGeom>
        </p:spPr>
        <p:txBody>
          <a:bodyPr/>
          <a:lstStyle>
            <a:lvl1pPr marL="0" indent="0" algn="l" defTabSz="914400" rtl="0" eaLnBrk="1" latinLnBrk="0" hangingPunct="1">
              <a:lnSpc>
                <a:spcPts val="2800"/>
              </a:lnSpc>
              <a:buFont typeface="Wingdings" pitchFamily="2" charset="2"/>
              <a:buNone/>
              <a:defRPr lang="en-US" sz="2000" b="0" i="0" kern="1200" dirty="0">
                <a:solidFill>
                  <a:schemeClr val="tx1"/>
                </a:solidFill>
                <a:latin typeface="Poppins" pitchFamily="2" charset="77"/>
                <a:ea typeface="Poppins" pitchFamily="2" charset="77"/>
                <a:cs typeface="Poppins" pitchFamily="2" charset="77"/>
              </a:defRPr>
            </a:lvl1pPr>
          </a:lstStyle>
          <a:p>
            <a:pPr marL="0" indent="0" algn="l">
              <a:lnSpc>
                <a:spcPts val="2800"/>
              </a:lnSpc>
              <a:buNone/>
            </a:pP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Dolor sit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amet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consectetur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adipiscing</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elit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sed do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eiusmod</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tempor</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incididunt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ut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labore et dolore magna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aliqua</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a:t>
            </a:r>
            <a:endParaRPr lang="en-US" sz="2000">
              <a:solidFill>
                <a:schemeClr val="tx2"/>
              </a:solidFill>
            </a:endParaRPr>
          </a:p>
        </p:txBody>
      </p:sp>
      <p:sp>
        <p:nvSpPr>
          <p:cNvPr id="47" name="Text Placeholder 11">
            <a:extLst>
              <a:ext uri="{FF2B5EF4-FFF2-40B4-BE49-F238E27FC236}">
                <a16:creationId xmlns:a16="http://schemas.microsoft.com/office/drawing/2014/main" id="{58352444-9C3C-333D-00D4-136BD6518505}"/>
              </a:ext>
            </a:extLst>
          </p:cNvPr>
          <p:cNvSpPr>
            <a:spLocks noGrp="1"/>
          </p:cNvSpPr>
          <p:nvPr>
            <p:ph type="body" sz="quarter" idx="28" hasCustomPrompt="1"/>
          </p:nvPr>
        </p:nvSpPr>
        <p:spPr>
          <a:xfrm>
            <a:off x="14909859" y="6418374"/>
            <a:ext cx="3518818"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lvl="0"/>
            <a:r>
              <a:rPr lang="en-US"/>
              <a:t>.NET</a:t>
            </a:r>
          </a:p>
        </p:txBody>
      </p:sp>
      <p:sp>
        <p:nvSpPr>
          <p:cNvPr id="48" name="Text Placeholder 11">
            <a:extLst>
              <a:ext uri="{FF2B5EF4-FFF2-40B4-BE49-F238E27FC236}">
                <a16:creationId xmlns:a16="http://schemas.microsoft.com/office/drawing/2014/main" id="{F1BF7260-F03F-13E9-3B69-7FD308BFAB5D}"/>
              </a:ext>
            </a:extLst>
          </p:cNvPr>
          <p:cNvSpPr>
            <a:spLocks noGrp="1"/>
          </p:cNvSpPr>
          <p:nvPr>
            <p:ph type="body" sz="quarter" idx="29" hasCustomPrompt="1"/>
          </p:nvPr>
        </p:nvSpPr>
        <p:spPr>
          <a:xfrm>
            <a:off x="14909859" y="7071516"/>
            <a:ext cx="3518818" cy="1318858"/>
          </a:xfrm>
          <a:prstGeom prst="rect">
            <a:avLst/>
          </a:prstGeom>
        </p:spPr>
        <p:txBody>
          <a:bodyPr/>
          <a:lstStyle>
            <a:lvl1pPr marL="0" indent="0" algn="l" defTabSz="914400" rtl="0" eaLnBrk="1" latinLnBrk="0" hangingPunct="1">
              <a:lnSpc>
                <a:spcPct val="100000"/>
              </a:lnSpc>
              <a:buFont typeface="Wingdings" pitchFamily="2" charset="2"/>
              <a:buNone/>
              <a:defRPr lang="en-US" sz="2000" b="0" i="0" kern="1200" dirty="0">
                <a:solidFill>
                  <a:schemeClr val="tx1"/>
                </a:solidFill>
                <a:latin typeface="Poppins" pitchFamily="2" charset="77"/>
                <a:ea typeface="Aptos" panose="020B0004020202020204" pitchFamily="34" charset="0"/>
                <a:cs typeface="Poppins" pitchFamily="2" charset="77"/>
              </a:defRPr>
            </a:lvl1pPr>
          </a:lstStyle>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a:p>
            <a:pPr rtl="0"/>
            <a:r>
              <a:rPr lang="en-US" sz="2000" b="0" i="0" u="none" strike="noStrike" kern="1200" baseline="0">
                <a:solidFill>
                  <a:srgbClr val="7E7E7E"/>
                </a:solidFill>
                <a:latin typeface="Segoe UI Variable Text Semibold" pitchFamily="2" charset="0"/>
              </a:rPr>
              <a:t>&gt; Item</a:t>
            </a:r>
            <a:endParaRPr lang="en-US" sz="2000" b="0" i="0" u="none" strike="noStrike" kern="1200" baseline="0">
              <a:solidFill>
                <a:srgbClr val="7E7E7E"/>
              </a:solidFill>
              <a:latin typeface="Calibri" panose="020F0502020204030204" pitchFamily="34" charset="0"/>
            </a:endParaRPr>
          </a:p>
        </p:txBody>
      </p:sp>
      <p:sp>
        <p:nvSpPr>
          <p:cNvPr id="49" name="Text Placeholder 11">
            <a:extLst>
              <a:ext uri="{FF2B5EF4-FFF2-40B4-BE49-F238E27FC236}">
                <a16:creationId xmlns:a16="http://schemas.microsoft.com/office/drawing/2014/main" id="{BC3F6136-BDBF-22BD-5D85-39FF3E82F5D1}"/>
              </a:ext>
            </a:extLst>
          </p:cNvPr>
          <p:cNvSpPr>
            <a:spLocks noGrp="1"/>
          </p:cNvSpPr>
          <p:nvPr>
            <p:ph type="body" sz="quarter" idx="30" hasCustomPrompt="1"/>
          </p:nvPr>
        </p:nvSpPr>
        <p:spPr>
          <a:xfrm>
            <a:off x="1508863" y="9503218"/>
            <a:ext cx="3455024"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marL="0" indent="0" algn="l">
              <a:lnSpc>
                <a:spcPts val="2800"/>
              </a:lnSpc>
              <a:buNone/>
            </a:pPr>
            <a:r>
              <a:rPr lang="en-US" sz="200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Other open source</a:t>
            </a:r>
            <a:endParaRPr lang="en-US" sz="2000"/>
          </a:p>
        </p:txBody>
      </p:sp>
      <p:sp>
        <p:nvSpPr>
          <p:cNvPr id="50" name="Text Placeholder 11">
            <a:extLst>
              <a:ext uri="{FF2B5EF4-FFF2-40B4-BE49-F238E27FC236}">
                <a16:creationId xmlns:a16="http://schemas.microsoft.com/office/drawing/2014/main" id="{5FFCC4BE-9479-50F2-8B22-BDBF731DFC93}"/>
              </a:ext>
            </a:extLst>
          </p:cNvPr>
          <p:cNvSpPr>
            <a:spLocks noGrp="1"/>
          </p:cNvSpPr>
          <p:nvPr>
            <p:ph type="body" sz="quarter" idx="31" hasCustomPrompt="1"/>
          </p:nvPr>
        </p:nvSpPr>
        <p:spPr>
          <a:xfrm>
            <a:off x="1508863" y="10156360"/>
            <a:ext cx="10159662" cy="1318858"/>
          </a:xfrm>
          <a:prstGeom prst="rect">
            <a:avLst/>
          </a:prstGeom>
        </p:spPr>
        <p:txBody>
          <a:bodyPr/>
          <a:lstStyle>
            <a:lvl1pPr marL="0" indent="0" algn="l" defTabSz="914400" rtl="0" eaLnBrk="1" latinLnBrk="0" hangingPunct="1">
              <a:lnSpc>
                <a:spcPts val="2800"/>
              </a:lnSpc>
              <a:buFont typeface="Wingdings" pitchFamily="2" charset="2"/>
              <a:buNone/>
              <a:defRPr lang="en-US" sz="2000" b="0" i="0" kern="1200" dirty="0">
                <a:solidFill>
                  <a:schemeClr val="tx1"/>
                </a:solidFill>
                <a:latin typeface="Poppins" pitchFamily="2" charset="77"/>
                <a:ea typeface="Poppins" pitchFamily="2" charset="77"/>
                <a:cs typeface="Poppins" pitchFamily="2" charset="77"/>
              </a:defRPr>
            </a:lvl1pPr>
          </a:lstStyle>
          <a:p>
            <a:pPr marL="0" indent="0" algn="l">
              <a:lnSpc>
                <a:spcPts val="2800"/>
              </a:lnSpc>
              <a:buNone/>
            </a:pP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Dolor sit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amet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consectetur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adipiscing</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elit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sed do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eiusmod</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tempor</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incididunt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ut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labore et dolore magna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aliqua</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a:t>
            </a:r>
            <a:endParaRPr lang="en-US" sz="2000">
              <a:solidFill>
                <a:schemeClr val="tx2"/>
              </a:solidFill>
            </a:endParaRPr>
          </a:p>
        </p:txBody>
      </p:sp>
      <p:sp>
        <p:nvSpPr>
          <p:cNvPr id="51" name="Text Placeholder 11">
            <a:extLst>
              <a:ext uri="{FF2B5EF4-FFF2-40B4-BE49-F238E27FC236}">
                <a16:creationId xmlns:a16="http://schemas.microsoft.com/office/drawing/2014/main" id="{56C360BD-B8FC-5C93-1072-AF55C43B7650}"/>
              </a:ext>
            </a:extLst>
          </p:cNvPr>
          <p:cNvSpPr>
            <a:spLocks noGrp="1"/>
          </p:cNvSpPr>
          <p:nvPr>
            <p:ph type="body" sz="quarter" idx="32" hasCustomPrompt="1"/>
          </p:nvPr>
        </p:nvSpPr>
        <p:spPr>
          <a:xfrm>
            <a:off x="12712776" y="9503218"/>
            <a:ext cx="3455024" cy="439738"/>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pPr marL="0" indent="0" algn="l">
              <a:lnSpc>
                <a:spcPts val="2800"/>
              </a:lnSpc>
              <a:buNone/>
            </a:pPr>
            <a:r>
              <a:rPr lang="en-US" sz="2000">
                <a:solidFill>
                  <a:srgbClr val="0F0F0F">
                    <a:alpha val="100000"/>
                  </a:srgbClr>
                </a:solidFill>
                <a:latin typeface="Segoe UI Variable Text Semibold" pitchFamily="34" charset="0"/>
                <a:ea typeface="Segoe UI Variable Text Semibold" pitchFamily="34" charset="-122"/>
                <a:cs typeface="Segoe UI Variable Text Semibold" pitchFamily="34" charset="-120"/>
              </a:rPr>
              <a:t>Azure AI Foundry</a:t>
            </a:r>
            <a:endParaRPr lang="en-US" sz="2000"/>
          </a:p>
        </p:txBody>
      </p:sp>
      <p:sp>
        <p:nvSpPr>
          <p:cNvPr id="52" name="Text Placeholder 11">
            <a:extLst>
              <a:ext uri="{FF2B5EF4-FFF2-40B4-BE49-F238E27FC236}">
                <a16:creationId xmlns:a16="http://schemas.microsoft.com/office/drawing/2014/main" id="{352C7C83-7936-091F-4439-34CDB5EE110A}"/>
              </a:ext>
            </a:extLst>
          </p:cNvPr>
          <p:cNvSpPr>
            <a:spLocks noGrp="1"/>
          </p:cNvSpPr>
          <p:nvPr>
            <p:ph type="body" sz="quarter" idx="33" hasCustomPrompt="1"/>
          </p:nvPr>
        </p:nvSpPr>
        <p:spPr>
          <a:xfrm>
            <a:off x="12712776" y="10156360"/>
            <a:ext cx="10159662" cy="1318858"/>
          </a:xfrm>
          <a:prstGeom prst="rect">
            <a:avLst/>
          </a:prstGeom>
        </p:spPr>
        <p:txBody>
          <a:bodyPr/>
          <a:lstStyle>
            <a:lvl1pPr marL="0" indent="0" algn="l" defTabSz="914400" rtl="0" eaLnBrk="1" latinLnBrk="0" hangingPunct="1">
              <a:lnSpc>
                <a:spcPts val="2800"/>
              </a:lnSpc>
              <a:buFont typeface="Wingdings" pitchFamily="2" charset="2"/>
              <a:buNone/>
              <a:defRPr lang="en-US" sz="2000" b="0" i="0" kern="1200" dirty="0">
                <a:solidFill>
                  <a:schemeClr val="tx1"/>
                </a:solidFill>
                <a:latin typeface="Poppins" pitchFamily="2" charset="77"/>
                <a:ea typeface="Poppins" pitchFamily="2" charset="77"/>
                <a:cs typeface="Poppins" pitchFamily="2" charset="77"/>
              </a:defRPr>
            </a:lvl1pPr>
          </a:lstStyle>
          <a:p>
            <a:pPr marL="0" indent="0" algn="l">
              <a:lnSpc>
                <a:spcPts val="2800"/>
              </a:lnSpc>
              <a:buNone/>
            </a:pP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Dolor sit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amet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consectetur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adipiscing</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elit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sed do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eiusmod</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tempor</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incididunt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ut</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 labore et dolore magna </a:t>
            </a:r>
            <a:r>
              <a:rPr lang="en-US" sz="2000" err="1">
                <a:solidFill>
                  <a:schemeClr val="tx2"/>
                </a:solidFill>
                <a:latin typeface="Segoe UI Variable Text Semibold" pitchFamily="34" charset="0"/>
                <a:ea typeface="Segoe UI Variable Text Semibold" pitchFamily="34" charset="-122"/>
                <a:cs typeface="Segoe UI Variable Text Semibold" pitchFamily="34" charset="-120"/>
              </a:rPr>
              <a:t>aliqua</a:t>
            </a:r>
            <a:r>
              <a:rPr lang="en-US" sz="2000">
                <a:solidFill>
                  <a:schemeClr val="tx2"/>
                </a:solidFill>
                <a:latin typeface="Segoe UI Variable Text Semibold" pitchFamily="34" charset="0"/>
                <a:ea typeface="Segoe UI Variable Text Semibold" pitchFamily="34" charset="-122"/>
                <a:cs typeface="Segoe UI Variable Text Semibold" pitchFamily="34" charset="-120"/>
              </a:rPr>
              <a:t>.</a:t>
            </a:r>
            <a:endParaRPr lang="en-US" sz="2000">
              <a:solidFill>
                <a:schemeClr val="tx2"/>
              </a:solidFill>
            </a:endParaRPr>
          </a:p>
        </p:txBody>
      </p:sp>
    </p:spTree>
    <p:extLst>
      <p:ext uri="{BB962C8B-B14F-4D97-AF65-F5344CB8AC3E}">
        <p14:creationId xmlns:p14="http://schemas.microsoft.com/office/powerpoint/2010/main" val="3234271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points ">
    <p:bg>
      <p:bgPr>
        <a:solidFill>
          <a:schemeClr val="accent4"/>
        </a:solidFill>
        <a:effectLst/>
      </p:bgPr>
    </p:bg>
    <p:spTree>
      <p:nvGrpSpPr>
        <p:cNvPr id="1" name=""/>
        <p:cNvGrpSpPr/>
        <p:nvPr/>
      </p:nvGrpSpPr>
      <p:grpSpPr>
        <a:xfrm>
          <a:off x="0" y="0"/>
          <a:ext cx="0" cy="0"/>
          <a:chOff x="0" y="0"/>
          <a:chExt cx="0" cy="0"/>
        </a:xfrm>
      </p:grpSpPr>
      <p:sp>
        <p:nvSpPr>
          <p:cNvPr id="22" name="Text Placeholder 19">
            <a:extLst>
              <a:ext uri="{FF2B5EF4-FFF2-40B4-BE49-F238E27FC236}">
                <a16:creationId xmlns:a16="http://schemas.microsoft.com/office/drawing/2014/main" id="{812F4516-B7BA-BEFA-4780-633BDB5DE2CF}"/>
              </a:ext>
            </a:extLst>
          </p:cNvPr>
          <p:cNvSpPr>
            <a:spLocks noGrp="1"/>
          </p:cNvSpPr>
          <p:nvPr>
            <p:ph type="body" sz="quarter" idx="13" hasCustomPrompt="1"/>
          </p:nvPr>
        </p:nvSpPr>
        <p:spPr>
          <a:xfrm>
            <a:off x="1083509" y="1103244"/>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chemeClr val="tx2"/>
                </a:solidFill>
                <a:latin typeface="Poppins" pitchFamily="2" charset="77"/>
                <a:ea typeface="Poppins" pitchFamily="2" charset="77"/>
                <a:cs typeface="Poppins" pitchFamily="2" charset="77"/>
              </a:defRPr>
            </a:lvl1pPr>
          </a:lstStyle>
          <a:p>
            <a:pPr lvl="0"/>
            <a:r>
              <a:rPr lang="en-US"/>
              <a:t>Subtitle</a:t>
            </a:r>
          </a:p>
        </p:txBody>
      </p:sp>
      <p:sp>
        <p:nvSpPr>
          <p:cNvPr id="23" name="Text Placeholder 19">
            <a:extLst>
              <a:ext uri="{FF2B5EF4-FFF2-40B4-BE49-F238E27FC236}">
                <a16:creationId xmlns:a16="http://schemas.microsoft.com/office/drawing/2014/main" id="{14C7B3E5-66D1-A923-2396-A692EF097A50}"/>
              </a:ext>
            </a:extLst>
          </p:cNvPr>
          <p:cNvSpPr>
            <a:spLocks noGrp="1"/>
          </p:cNvSpPr>
          <p:nvPr>
            <p:ph type="body" sz="quarter" idx="15" hasCustomPrompt="1"/>
          </p:nvPr>
        </p:nvSpPr>
        <p:spPr>
          <a:xfrm>
            <a:off x="1083509" y="1659835"/>
            <a:ext cx="7010400" cy="635000"/>
          </a:xfrm>
          <a:prstGeom prst="rect">
            <a:avLst/>
          </a:prstGeom>
        </p:spPr>
        <p:txBody>
          <a:bodyPr/>
          <a:lstStyle>
            <a:lvl1pPr marL="0" indent="0" algn="l" defTabSz="914400" rtl="0" eaLnBrk="1" latinLnBrk="0" hangingPunct="1">
              <a:lnSpc>
                <a:spcPts val="4400"/>
              </a:lnSpc>
              <a:buNone/>
              <a:defRPr lang="en-US" sz="3600" b="1"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4" name="Text Placeholder 19">
            <a:extLst>
              <a:ext uri="{FF2B5EF4-FFF2-40B4-BE49-F238E27FC236}">
                <a16:creationId xmlns:a16="http://schemas.microsoft.com/office/drawing/2014/main" id="{C69E8F99-06B4-11A2-9E22-F55894D275F6}"/>
              </a:ext>
            </a:extLst>
          </p:cNvPr>
          <p:cNvSpPr>
            <a:spLocks noGrp="1"/>
          </p:cNvSpPr>
          <p:nvPr>
            <p:ph type="body" sz="quarter" idx="16" hasCustomPrompt="1"/>
          </p:nvPr>
        </p:nvSpPr>
        <p:spPr>
          <a:xfrm>
            <a:off x="1070062" y="5801529"/>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5" name="Text Placeholder 19">
            <a:extLst>
              <a:ext uri="{FF2B5EF4-FFF2-40B4-BE49-F238E27FC236}">
                <a16:creationId xmlns:a16="http://schemas.microsoft.com/office/drawing/2014/main" id="{EB211761-62DE-1BD0-0F13-6C9BBD151D6E}"/>
              </a:ext>
            </a:extLst>
          </p:cNvPr>
          <p:cNvSpPr>
            <a:spLocks noGrp="1"/>
          </p:cNvSpPr>
          <p:nvPr>
            <p:ph type="body" sz="quarter" idx="17" hasCustomPrompt="1"/>
          </p:nvPr>
        </p:nvSpPr>
        <p:spPr>
          <a:xfrm>
            <a:off x="8533180" y="5801529"/>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6" name="Text Placeholder 19">
            <a:extLst>
              <a:ext uri="{FF2B5EF4-FFF2-40B4-BE49-F238E27FC236}">
                <a16:creationId xmlns:a16="http://schemas.microsoft.com/office/drawing/2014/main" id="{5186AC01-A512-7A5E-6CEE-9289E205EF3B}"/>
              </a:ext>
            </a:extLst>
          </p:cNvPr>
          <p:cNvSpPr>
            <a:spLocks noGrp="1"/>
          </p:cNvSpPr>
          <p:nvPr>
            <p:ph type="body" sz="quarter" idx="18" hasCustomPrompt="1"/>
          </p:nvPr>
        </p:nvSpPr>
        <p:spPr>
          <a:xfrm>
            <a:off x="15996298" y="5801529"/>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7" name="Text Placeholder 19">
            <a:extLst>
              <a:ext uri="{FF2B5EF4-FFF2-40B4-BE49-F238E27FC236}">
                <a16:creationId xmlns:a16="http://schemas.microsoft.com/office/drawing/2014/main" id="{0E46BC8D-7839-4E05-7177-5A7D07AFE83B}"/>
              </a:ext>
            </a:extLst>
          </p:cNvPr>
          <p:cNvSpPr>
            <a:spLocks noGrp="1"/>
          </p:cNvSpPr>
          <p:nvPr>
            <p:ph type="body" sz="quarter" idx="19" hasCustomPrompt="1"/>
          </p:nvPr>
        </p:nvSpPr>
        <p:spPr>
          <a:xfrm>
            <a:off x="1070062" y="4978400"/>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01</a:t>
            </a:r>
          </a:p>
        </p:txBody>
      </p:sp>
      <p:sp>
        <p:nvSpPr>
          <p:cNvPr id="28" name="Text Placeholder 19">
            <a:extLst>
              <a:ext uri="{FF2B5EF4-FFF2-40B4-BE49-F238E27FC236}">
                <a16:creationId xmlns:a16="http://schemas.microsoft.com/office/drawing/2014/main" id="{1A3F1DE1-9486-94F9-F8C4-FCA6A366A812}"/>
              </a:ext>
            </a:extLst>
          </p:cNvPr>
          <p:cNvSpPr>
            <a:spLocks noGrp="1"/>
          </p:cNvSpPr>
          <p:nvPr>
            <p:ph type="body" sz="quarter" idx="20" hasCustomPrompt="1"/>
          </p:nvPr>
        </p:nvSpPr>
        <p:spPr>
          <a:xfrm>
            <a:off x="8533180" y="4978400"/>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02</a:t>
            </a:r>
          </a:p>
        </p:txBody>
      </p:sp>
      <p:sp>
        <p:nvSpPr>
          <p:cNvPr id="29" name="Text Placeholder 19">
            <a:extLst>
              <a:ext uri="{FF2B5EF4-FFF2-40B4-BE49-F238E27FC236}">
                <a16:creationId xmlns:a16="http://schemas.microsoft.com/office/drawing/2014/main" id="{1809FAA8-4438-1292-185B-80CEDAE49B71}"/>
              </a:ext>
            </a:extLst>
          </p:cNvPr>
          <p:cNvSpPr>
            <a:spLocks noGrp="1"/>
          </p:cNvSpPr>
          <p:nvPr>
            <p:ph type="body" sz="quarter" idx="21" hasCustomPrompt="1"/>
          </p:nvPr>
        </p:nvSpPr>
        <p:spPr>
          <a:xfrm>
            <a:off x="15996298" y="4978400"/>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03</a:t>
            </a:r>
          </a:p>
        </p:txBody>
      </p:sp>
      <p:sp>
        <p:nvSpPr>
          <p:cNvPr id="30" name="Text Placeholder 19">
            <a:extLst>
              <a:ext uri="{FF2B5EF4-FFF2-40B4-BE49-F238E27FC236}">
                <a16:creationId xmlns:a16="http://schemas.microsoft.com/office/drawing/2014/main" id="{425BD7DD-2C9A-6B18-7259-5C98CFE5D060}"/>
              </a:ext>
            </a:extLst>
          </p:cNvPr>
          <p:cNvSpPr>
            <a:spLocks noGrp="1"/>
          </p:cNvSpPr>
          <p:nvPr>
            <p:ph type="body" sz="quarter" idx="22" hasCustomPrompt="1"/>
          </p:nvPr>
        </p:nvSpPr>
        <p:spPr>
          <a:xfrm>
            <a:off x="1070062" y="6617009"/>
            <a:ext cx="7010400" cy="1155392"/>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r>
              <a:rPr lang="en-US" sz="2000" b="1">
                <a:latin typeface="Segoe UI Variable Text Semibold" pitchFamily="2" charset="0"/>
              </a:rPr>
              <a:t>We're responsible for delivering a comprehensive set of AI-driven tools designed to assist developers in building applications.</a:t>
            </a:r>
          </a:p>
        </p:txBody>
      </p:sp>
      <p:sp>
        <p:nvSpPr>
          <p:cNvPr id="31" name="Text Placeholder 19">
            <a:extLst>
              <a:ext uri="{FF2B5EF4-FFF2-40B4-BE49-F238E27FC236}">
                <a16:creationId xmlns:a16="http://schemas.microsoft.com/office/drawing/2014/main" id="{CB8482BC-A013-BCE9-8E5B-C554713CC90E}"/>
              </a:ext>
            </a:extLst>
          </p:cNvPr>
          <p:cNvSpPr>
            <a:spLocks noGrp="1"/>
          </p:cNvSpPr>
          <p:nvPr>
            <p:ph type="body" sz="quarter" idx="23" hasCustomPrompt="1"/>
          </p:nvPr>
        </p:nvSpPr>
        <p:spPr>
          <a:xfrm>
            <a:off x="8533180" y="6617009"/>
            <a:ext cx="7010400" cy="1155392"/>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r>
              <a:rPr lang="en-US" sz="2000" b="1">
                <a:latin typeface="Segoe UI Variable Text Semibold" pitchFamily="2" charset="0"/>
              </a:rPr>
              <a:t>We're responsible for delivering a comprehensive set of AI-driven tools designed to assist developers in building applications.</a:t>
            </a:r>
          </a:p>
        </p:txBody>
      </p:sp>
      <p:sp>
        <p:nvSpPr>
          <p:cNvPr id="32" name="Text Placeholder 19">
            <a:extLst>
              <a:ext uri="{FF2B5EF4-FFF2-40B4-BE49-F238E27FC236}">
                <a16:creationId xmlns:a16="http://schemas.microsoft.com/office/drawing/2014/main" id="{463D4968-8D49-451E-3C9D-FB11A4255B21}"/>
              </a:ext>
            </a:extLst>
          </p:cNvPr>
          <p:cNvSpPr>
            <a:spLocks noGrp="1"/>
          </p:cNvSpPr>
          <p:nvPr>
            <p:ph type="body" sz="quarter" idx="24" hasCustomPrompt="1"/>
          </p:nvPr>
        </p:nvSpPr>
        <p:spPr>
          <a:xfrm>
            <a:off x="15994733" y="6617009"/>
            <a:ext cx="7010400" cy="1155392"/>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r>
              <a:rPr lang="en-US" sz="2000" b="1">
                <a:latin typeface="Segoe UI Variable Text Semibold" pitchFamily="2" charset="0"/>
              </a:rPr>
              <a:t>We're responsible for delivering a comprehensive set of AI-driven tools designed to assist developers in building applications.</a:t>
            </a:r>
          </a:p>
        </p:txBody>
      </p:sp>
      <p:sp>
        <p:nvSpPr>
          <p:cNvPr id="33" name="Text Placeholder 19">
            <a:extLst>
              <a:ext uri="{FF2B5EF4-FFF2-40B4-BE49-F238E27FC236}">
                <a16:creationId xmlns:a16="http://schemas.microsoft.com/office/drawing/2014/main" id="{B6E23FF7-BF85-13BC-B407-71A856F1186E}"/>
              </a:ext>
            </a:extLst>
          </p:cNvPr>
          <p:cNvSpPr>
            <a:spLocks noGrp="1"/>
          </p:cNvSpPr>
          <p:nvPr>
            <p:ph type="body" sz="quarter" idx="25" hasCustomPrompt="1"/>
          </p:nvPr>
        </p:nvSpPr>
        <p:spPr>
          <a:xfrm>
            <a:off x="1070062" y="9270870"/>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4" name="Text Placeholder 19">
            <a:extLst>
              <a:ext uri="{FF2B5EF4-FFF2-40B4-BE49-F238E27FC236}">
                <a16:creationId xmlns:a16="http://schemas.microsoft.com/office/drawing/2014/main" id="{6575270B-ED3A-F933-53D2-94F8F53C2C36}"/>
              </a:ext>
            </a:extLst>
          </p:cNvPr>
          <p:cNvSpPr>
            <a:spLocks noGrp="1"/>
          </p:cNvSpPr>
          <p:nvPr>
            <p:ph type="body" sz="quarter" idx="26" hasCustomPrompt="1"/>
          </p:nvPr>
        </p:nvSpPr>
        <p:spPr>
          <a:xfrm>
            <a:off x="1070062" y="8447741"/>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04</a:t>
            </a:r>
          </a:p>
        </p:txBody>
      </p:sp>
      <p:sp>
        <p:nvSpPr>
          <p:cNvPr id="35" name="Text Placeholder 19">
            <a:extLst>
              <a:ext uri="{FF2B5EF4-FFF2-40B4-BE49-F238E27FC236}">
                <a16:creationId xmlns:a16="http://schemas.microsoft.com/office/drawing/2014/main" id="{53F97303-5622-B795-499D-0B796A7BF283}"/>
              </a:ext>
            </a:extLst>
          </p:cNvPr>
          <p:cNvSpPr>
            <a:spLocks noGrp="1"/>
          </p:cNvSpPr>
          <p:nvPr>
            <p:ph type="body" sz="quarter" idx="27" hasCustomPrompt="1"/>
          </p:nvPr>
        </p:nvSpPr>
        <p:spPr>
          <a:xfrm>
            <a:off x="1070062" y="10086350"/>
            <a:ext cx="7010400" cy="1155392"/>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r>
              <a:rPr lang="en-US" sz="2000" b="1">
                <a:latin typeface="Segoe UI Variable Text Semibold" pitchFamily="2" charset="0"/>
              </a:rPr>
              <a:t>We're responsible for delivering a comprehensive set of AI-driven tools designed to assist developers in building applications.</a:t>
            </a:r>
          </a:p>
        </p:txBody>
      </p:sp>
      <p:sp>
        <p:nvSpPr>
          <p:cNvPr id="36" name="Text Placeholder 19">
            <a:extLst>
              <a:ext uri="{FF2B5EF4-FFF2-40B4-BE49-F238E27FC236}">
                <a16:creationId xmlns:a16="http://schemas.microsoft.com/office/drawing/2014/main" id="{E6B6A05E-31B4-B9BA-E1A6-763C8C26F66C}"/>
              </a:ext>
            </a:extLst>
          </p:cNvPr>
          <p:cNvSpPr>
            <a:spLocks noGrp="1"/>
          </p:cNvSpPr>
          <p:nvPr>
            <p:ph type="body" sz="quarter" idx="28" hasCustomPrompt="1"/>
          </p:nvPr>
        </p:nvSpPr>
        <p:spPr>
          <a:xfrm>
            <a:off x="8533180" y="9270870"/>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7" name="Text Placeholder 19">
            <a:extLst>
              <a:ext uri="{FF2B5EF4-FFF2-40B4-BE49-F238E27FC236}">
                <a16:creationId xmlns:a16="http://schemas.microsoft.com/office/drawing/2014/main" id="{ECBBC7AA-4D7B-695B-E49F-77FA353D639F}"/>
              </a:ext>
            </a:extLst>
          </p:cNvPr>
          <p:cNvSpPr>
            <a:spLocks noGrp="1"/>
          </p:cNvSpPr>
          <p:nvPr>
            <p:ph type="body" sz="quarter" idx="29" hasCustomPrompt="1"/>
          </p:nvPr>
        </p:nvSpPr>
        <p:spPr>
          <a:xfrm>
            <a:off x="8533180" y="8447741"/>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05</a:t>
            </a:r>
          </a:p>
        </p:txBody>
      </p:sp>
      <p:sp>
        <p:nvSpPr>
          <p:cNvPr id="38" name="Text Placeholder 19">
            <a:extLst>
              <a:ext uri="{FF2B5EF4-FFF2-40B4-BE49-F238E27FC236}">
                <a16:creationId xmlns:a16="http://schemas.microsoft.com/office/drawing/2014/main" id="{F95B2C93-E980-53CF-8849-C968A0522AD9}"/>
              </a:ext>
            </a:extLst>
          </p:cNvPr>
          <p:cNvSpPr>
            <a:spLocks noGrp="1"/>
          </p:cNvSpPr>
          <p:nvPr>
            <p:ph type="body" sz="quarter" idx="30" hasCustomPrompt="1"/>
          </p:nvPr>
        </p:nvSpPr>
        <p:spPr>
          <a:xfrm>
            <a:off x="8533180" y="10086350"/>
            <a:ext cx="7010400" cy="1155392"/>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r>
              <a:rPr lang="en-US" sz="2000" b="1">
                <a:latin typeface="Segoe UI Variable Text Semibold" pitchFamily="2" charset="0"/>
              </a:rPr>
              <a:t>We're responsible for delivering a comprehensive set of AI-driven tools designed to assist developers in building applications.</a:t>
            </a:r>
          </a:p>
        </p:txBody>
      </p:sp>
      <p:sp>
        <p:nvSpPr>
          <p:cNvPr id="39" name="Text Placeholder 19">
            <a:extLst>
              <a:ext uri="{FF2B5EF4-FFF2-40B4-BE49-F238E27FC236}">
                <a16:creationId xmlns:a16="http://schemas.microsoft.com/office/drawing/2014/main" id="{95E56D5D-5992-337A-90C2-56F2C5B5E1DF}"/>
              </a:ext>
            </a:extLst>
          </p:cNvPr>
          <p:cNvSpPr>
            <a:spLocks noGrp="1"/>
          </p:cNvSpPr>
          <p:nvPr>
            <p:ph type="body" sz="quarter" idx="31" hasCustomPrompt="1"/>
          </p:nvPr>
        </p:nvSpPr>
        <p:spPr>
          <a:xfrm>
            <a:off x="15994733" y="9270870"/>
            <a:ext cx="7010400" cy="635000"/>
          </a:xfrm>
          <a:prstGeom prst="rect">
            <a:avLst/>
          </a:prstGeom>
        </p:spPr>
        <p:txBody>
          <a:bodyPr/>
          <a:lstStyle>
            <a:lvl1pPr marL="0" indent="0" algn="l" defTabSz="914400" rtl="0" eaLnBrk="1" latinLnBrk="0" hangingPunct="1">
              <a:lnSpc>
                <a:spcPts val="4400"/>
              </a:lnSpc>
              <a:buNone/>
              <a:defRPr lang="en-US" sz="3600" b="0" i="0" kern="0" spc="-72"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40" name="Text Placeholder 19">
            <a:extLst>
              <a:ext uri="{FF2B5EF4-FFF2-40B4-BE49-F238E27FC236}">
                <a16:creationId xmlns:a16="http://schemas.microsoft.com/office/drawing/2014/main" id="{37FD1B92-76A7-558B-C09E-FBA89070A89A}"/>
              </a:ext>
            </a:extLst>
          </p:cNvPr>
          <p:cNvSpPr>
            <a:spLocks noGrp="1"/>
          </p:cNvSpPr>
          <p:nvPr>
            <p:ph type="body" sz="quarter" idx="32" hasCustomPrompt="1"/>
          </p:nvPr>
        </p:nvSpPr>
        <p:spPr>
          <a:xfrm>
            <a:off x="15994733" y="8447741"/>
            <a:ext cx="7010400" cy="635000"/>
          </a:xfrm>
          <a:prstGeom prst="rect">
            <a:avLst/>
          </a:prstGeom>
        </p:spPr>
        <p:txBody>
          <a:bodyPr/>
          <a:lstStyle>
            <a:lvl1pPr marL="0" indent="0" algn="l" defTabSz="914400" rtl="0" eaLnBrk="1" latinLnBrk="0" hangingPunct="1">
              <a:lnSpc>
                <a:spcPts val="4400"/>
              </a:lnSpc>
              <a:spcBef>
                <a:spcPct val="20000"/>
              </a:spcBef>
              <a:buFont typeface="Arial" pitchFamily="34" charset="0"/>
              <a:buNone/>
              <a:defRPr lang="en-US" sz="6200" b="1" i="0" kern="1200" dirty="0">
                <a:solidFill>
                  <a:srgbClr val="8661C5">
                    <a:alpha val="100000"/>
                  </a:srgbClr>
                </a:solidFill>
                <a:latin typeface="Poppins" pitchFamily="2" charset="77"/>
                <a:ea typeface="Segoe UI Variable Semibold Display" pitchFamily="34" charset="-122"/>
                <a:cs typeface="Segoe UI Variable Semibold Display" pitchFamily="34" charset="-120"/>
              </a:defRPr>
            </a:lvl1pPr>
          </a:lstStyle>
          <a:p>
            <a:pPr lvl="0"/>
            <a:r>
              <a:rPr lang="en-US"/>
              <a:t>06</a:t>
            </a:r>
          </a:p>
        </p:txBody>
      </p:sp>
      <p:sp>
        <p:nvSpPr>
          <p:cNvPr id="41" name="Text Placeholder 19">
            <a:extLst>
              <a:ext uri="{FF2B5EF4-FFF2-40B4-BE49-F238E27FC236}">
                <a16:creationId xmlns:a16="http://schemas.microsoft.com/office/drawing/2014/main" id="{2DFB9F47-1CBA-FE2C-4366-0D621D6EC23D}"/>
              </a:ext>
            </a:extLst>
          </p:cNvPr>
          <p:cNvSpPr>
            <a:spLocks noGrp="1"/>
          </p:cNvSpPr>
          <p:nvPr>
            <p:ph type="body" sz="quarter" idx="33" hasCustomPrompt="1"/>
          </p:nvPr>
        </p:nvSpPr>
        <p:spPr>
          <a:xfrm>
            <a:off x="15994733" y="10086350"/>
            <a:ext cx="7010400" cy="1155392"/>
          </a:xfrm>
          <a:prstGeom prst="rect">
            <a:avLst/>
          </a:prstGeom>
        </p:spPr>
        <p:txBody>
          <a:bodyPr/>
          <a:lstStyle>
            <a:lvl1pPr marL="0" marR="0" indent="0" algn="l" defTabSz="914400" rtl="0" eaLnBrk="1" fontAlgn="auto" latinLnBrk="0" hangingPunct="1">
              <a:lnSpc>
                <a:spcPts val="2800"/>
              </a:lnSpc>
              <a:spcBef>
                <a:spcPct val="20000"/>
              </a:spcBef>
              <a:spcAft>
                <a:spcPts val="0"/>
              </a:spcAft>
              <a:buClrTx/>
              <a:buSzTx/>
              <a:buFont typeface="Arial" pitchFamily="34" charset="0"/>
              <a:buNone/>
              <a:tabLst/>
              <a:defRPr lang="en-US" sz="2200" b="0" i="0" kern="1200" dirty="0">
                <a:solidFill>
                  <a:srgbClr val="0F0F0F">
                    <a:alpha val="100000"/>
                  </a:srgbClr>
                </a:solidFill>
                <a:latin typeface="Poppins" pitchFamily="2" charset="77"/>
                <a:ea typeface="Poppins" pitchFamily="2" charset="77"/>
                <a:cs typeface="Poppins" pitchFamily="2" charset="77"/>
              </a:defRPr>
            </a:lvl1pPr>
          </a:lstStyle>
          <a:p>
            <a:r>
              <a:rPr lang="en-US" sz="2000" b="1">
                <a:latin typeface="Segoe UI Variable Text Semibold" pitchFamily="2" charset="0"/>
              </a:rPr>
              <a:t>We're responsible for delivering a comprehensive set of AI-driven tools designed to assist developers in building applications.</a:t>
            </a:r>
          </a:p>
        </p:txBody>
      </p:sp>
    </p:spTree>
    <p:extLst>
      <p:ext uri="{BB962C8B-B14F-4D97-AF65-F5344CB8AC3E}">
        <p14:creationId xmlns:p14="http://schemas.microsoft.com/office/powerpoint/2010/main" val="3355536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plain">
    <p:bg>
      <p:bgPr>
        <a:solidFill>
          <a:schemeClr val="accent4"/>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550BD7-B230-FF35-33EF-CEE98C326F7B}"/>
              </a:ext>
            </a:extLst>
          </p:cNvPr>
          <p:cNvSpPr>
            <a:spLocks noGrp="1"/>
          </p:cNvSpPr>
          <p:nvPr>
            <p:ph type="body" sz="quarter" idx="17" hasCustomPrompt="1"/>
          </p:nvPr>
        </p:nvSpPr>
        <p:spPr>
          <a:xfrm>
            <a:off x="5357493" y="4572000"/>
            <a:ext cx="13672188" cy="4572000"/>
          </a:xfrm>
          <a:prstGeom prst="rect">
            <a:avLst/>
          </a:prstGeom>
        </p:spPr>
        <p:txBody>
          <a:bodyPr anchor="ctr"/>
          <a:lstStyle>
            <a:lvl1pPr marL="0" indent="0" algn="ctr">
              <a:buNone/>
              <a:defRPr lang="en-US" sz="10000" b="1" i="0" kern="0" spc="-120" dirty="0">
                <a:solidFill>
                  <a:srgbClr val="0F0F0F">
                    <a:alpha val="100000"/>
                  </a:srgbClr>
                </a:solidFill>
                <a:latin typeface="Poppins" pitchFamily="2" charset="77"/>
                <a:ea typeface="Poppins" pitchFamily="2" charset="77"/>
                <a:cs typeface="Poppins" pitchFamily="2" charset="77"/>
              </a:defRPr>
            </a:lvl1pPr>
          </a:lstStyle>
          <a:p>
            <a:pPr algn="ctr">
              <a:lnSpc>
                <a:spcPts val="11000"/>
              </a:lnSpc>
              <a:spcBef>
                <a:spcPts val="0"/>
              </a:spcBef>
            </a:pPr>
            <a:r>
              <a:rPr lang="en-US" spc="-120"/>
              <a:t>A large statement </a:t>
            </a:r>
            <a:r>
              <a:rPr lang="en-US" spc="-120">
                <a:solidFill>
                  <a:schemeClr val="accent3">
                    <a:lumMod val="75000"/>
                  </a:schemeClr>
                </a:solidFill>
              </a:rPr>
              <a:t>looks great </a:t>
            </a:r>
            <a:r>
              <a:rPr lang="en-US" spc="-120"/>
              <a:t>with </a:t>
            </a:r>
            <a:br>
              <a:rPr lang="en-US" spc="-120"/>
            </a:br>
            <a:r>
              <a:rPr lang="en-US" spc="-120"/>
              <a:t>10 words or less. </a:t>
            </a:r>
            <a:endParaRPr lang="en-US"/>
          </a:p>
        </p:txBody>
      </p:sp>
    </p:spTree>
    <p:extLst>
      <p:ext uri="{BB962C8B-B14F-4D97-AF65-F5344CB8AC3E}">
        <p14:creationId xmlns:p14="http://schemas.microsoft.com/office/powerpoint/2010/main" val="324141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018E0206-ABFD-233B-CA82-D4589F7C8DBC}"/>
              </a:ext>
            </a:extLst>
          </p:cNvPr>
          <p:cNvSpPr>
            <a:spLocks noGrp="1"/>
          </p:cNvSpPr>
          <p:nvPr>
            <p:ph type="body" sz="quarter" idx="12" hasCustomPrompt="1"/>
          </p:nvPr>
        </p:nvSpPr>
        <p:spPr>
          <a:xfrm>
            <a:off x="2757377" y="6096225"/>
            <a:ext cx="7010400" cy="1289311"/>
          </a:xfrm>
          <a:prstGeom prst="rect">
            <a:avLst/>
          </a:prstGeom>
        </p:spPr>
        <p:txBody>
          <a:bodyPr/>
          <a:lstStyle>
            <a:lvl1pPr marL="0" indent="0" algn="l" defTabSz="914400" rtl="0" eaLnBrk="1" latinLnBrk="0" hangingPunct="1">
              <a:lnSpc>
                <a:spcPts val="10800"/>
              </a:lnSpc>
              <a:buNone/>
              <a:defRPr lang="en-US" sz="10000" b="0" i="0" kern="0" spc="-120" dirty="0" smtClean="0">
                <a:solidFill>
                  <a:schemeClr val="bg1"/>
                </a:solidFill>
                <a:latin typeface="Poppins" pitchFamily="2" charset="77"/>
                <a:ea typeface="Poppins" pitchFamily="2" charset="77"/>
                <a:cs typeface="Poppins" pitchFamily="2" charset="77"/>
              </a:defRPr>
            </a:lvl1pPr>
          </a:lstStyle>
          <a:p>
            <a:pPr marL="0" indent="0" algn="l">
              <a:lnSpc>
                <a:spcPts val="10800"/>
              </a:lnSpc>
              <a:buNone/>
            </a:pPr>
            <a:r>
              <a:rPr lang="en-US" sz="10000" kern="0" spc="-400">
                <a:solidFill>
                  <a:srgbClr val="0F0F0F">
                    <a:alpha val="100000"/>
                  </a:srgbClr>
                </a:solidFill>
                <a:latin typeface="Segoe UI Variable Display Semibold" pitchFamily="34" charset="0"/>
                <a:ea typeface="Segoe UI Variable Display Semibold" pitchFamily="34" charset="-122"/>
                <a:cs typeface="Segoe UI Variable Display Semibold" pitchFamily="34" charset="-120"/>
              </a:rPr>
              <a:t>Section title</a:t>
            </a:r>
            <a:endParaRPr lang="en-US" sz="10000"/>
          </a:p>
        </p:txBody>
      </p:sp>
      <p:sp>
        <p:nvSpPr>
          <p:cNvPr id="8" name="Text Placeholder 19">
            <a:extLst>
              <a:ext uri="{FF2B5EF4-FFF2-40B4-BE49-F238E27FC236}">
                <a16:creationId xmlns:a16="http://schemas.microsoft.com/office/drawing/2014/main" id="{3293E78D-709C-33A8-2CDF-C6266EB45DB3}"/>
              </a:ext>
            </a:extLst>
          </p:cNvPr>
          <p:cNvSpPr>
            <a:spLocks noGrp="1"/>
          </p:cNvSpPr>
          <p:nvPr>
            <p:ph type="body" sz="quarter" idx="19" hasCustomPrompt="1"/>
          </p:nvPr>
        </p:nvSpPr>
        <p:spPr>
          <a:xfrm>
            <a:off x="1039105" y="6096226"/>
            <a:ext cx="1553370" cy="1289312"/>
          </a:xfrm>
          <a:prstGeom prst="rect">
            <a:avLst/>
          </a:prstGeom>
        </p:spPr>
        <p:txBody>
          <a:bodyPr/>
          <a:lstStyle>
            <a:lvl1pPr marL="0" indent="0" algn="l" defTabSz="914400" rtl="0" eaLnBrk="1" latinLnBrk="0" hangingPunct="1">
              <a:lnSpc>
                <a:spcPts val="10800"/>
              </a:lnSpc>
              <a:buNone/>
              <a:defRPr lang="en-US" sz="10000" b="0" i="0" kern="0" spc="-400" dirty="0">
                <a:solidFill>
                  <a:schemeClr val="bg1"/>
                </a:solidFill>
                <a:latin typeface="Poppins" pitchFamily="2" charset="77"/>
                <a:ea typeface="Poppins" pitchFamily="2" charset="77"/>
                <a:cs typeface="Poppins" pitchFamily="2" charset="77"/>
              </a:defRPr>
            </a:lvl1pPr>
          </a:lstStyle>
          <a:p>
            <a:pPr lvl="0"/>
            <a:r>
              <a:rPr lang="en-US"/>
              <a:t>01</a:t>
            </a:r>
          </a:p>
        </p:txBody>
      </p:sp>
      <p:pic>
        <p:nvPicPr>
          <p:cNvPr id="3" name="Picture 2" descr="A cartoon robot with a black background&#10;&#10;AI-generated content may be incorrect.">
            <a:extLst>
              <a:ext uri="{FF2B5EF4-FFF2-40B4-BE49-F238E27FC236}">
                <a16:creationId xmlns:a16="http://schemas.microsoft.com/office/drawing/2014/main" id="{A3BA8ED5-DF4E-5505-CDB5-3754020739E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621500" y="8761413"/>
            <a:ext cx="4383087" cy="4383087"/>
          </a:xfrm>
          <a:prstGeom prst="rect">
            <a:avLst/>
          </a:prstGeom>
        </p:spPr>
      </p:pic>
    </p:spTree>
    <p:extLst>
      <p:ext uri="{BB962C8B-B14F-4D97-AF65-F5344CB8AC3E}">
        <p14:creationId xmlns:p14="http://schemas.microsoft.com/office/powerpoint/2010/main" val="3973215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704" r:id="rId2"/>
    <p:sldLayoutId id="2147483652" r:id="rId3"/>
    <p:sldLayoutId id="2147483655" r:id="rId4"/>
    <p:sldLayoutId id="2147483675" r:id="rId5"/>
    <p:sldLayoutId id="2147483666" r:id="rId6"/>
    <p:sldLayoutId id="2147483667" r:id="rId7"/>
    <p:sldLayoutId id="2147483673" r:id="rId8"/>
    <p:sldLayoutId id="2147483656"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C1BCF3"/>
            </a:gs>
            <a:gs pos="100000">
              <a:srgbClr val="3D8AFF"/>
            </a:gs>
          </a:gsLst>
          <a:lin ang="5400000" scaled="1"/>
        </a:gra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F35318-0AC2-C12C-A5D7-8D20CC1EF108}"/>
              </a:ext>
            </a:extLst>
          </p:cNvPr>
          <p:cNvSpPr>
            <a:spLocks noGrp="1"/>
          </p:cNvSpPr>
          <p:nvPr>
            <p:ph type="body" sz="quarter" idx="10"/>
          </p:nvPr>
        </p:nvSpPr>
        <p:spPr>
          <a:xfrm>
            <a:off x="1088057" y="1041400"/>
            <a:ext cx="20155793" cy="6890488"/>
          </a:xfrm>
        </p:spPr>
        <p:txBody>
          <a:bodyPr/>
          <a:lstStyle/>
          <a:p>
            <a:r>
              <a:rPr lang="en-US" sz="12500"/>
              <a:t>Linux and Containers in .NET 10</a:t>
            </a:r>
          </a:p>
        </p:txBody>
      </p:sp>
      <p:sp>
        <p:nvSpPr>
          <p:cNvPr id="3" name="Text Placeholder 2">
            <a:extLst>
              <a:ext uri="{FF2B5EF4-FFF2-40B4-BE49-F238E27FC236}">
                <a16:creationId xmlns:a16="http://schemas.microsoft.com/office/drawing/2014/main" id="{0CC0405B-6F4D-ACE8-3859-843855FD8012}"/>
              </a:ext>
            </a:extLst>
          </p:cNvPr>
          <p:cNvSpPr>
            <a:spLocks noGrp="1"/>
          </p:cNvSpPr>
          <p:nvPr>
            <p:ph type="body" sz="quarter" idx="11"/>
          </p:nvPr>
        </p:nvSpPr>
        <p:spPr>
          <a:xfrm>
            <a:off x="896672" y="8747642"/>
            <a:ext cx="11658600" cy="1828800"/>
          </a:xfrm>
        </p:spPr>
        <p:txBody>
          <a:bodyPr/>
          <a:lstStyle/>
          <a:p>
            <a:r>
              <a:rPr lang="en-US"/>
              <a:t>Rich Lander &amp; Chet Husk</a:t>
            </a:r>
          </a:p>
        </p:txBody>
      </p:sp>
    </p:spTree>
    <p:extLst>
      <p:ext uri="{BB962C8B-B14F-4D97-AF65-F5344CB8AC3E}">
        <p14:creationId xmlns:p14="http://schemas.microsoft.com/office/powerpoint/2010/main" val="2735886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AEC351A0-831A-6A41-DE6E-22B5B00629A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5CC632-D95D-52BC-773C-E1A5C80FC2EA}"/>
              </a:ext>
            </a:extLst>
          </p:cNvPr>
          <p:cNvSpPr>
            <a:spLocks noGrp="1"/>
          </p:cNvSpPr>
          <p:nvPr>
            <p:ph type="body" sz="quarter" idx="17"/>
          </p:nvPr>
        </p:nvSpPr>
        <p:spPr/>
        <p:txBody>
          <a:bodyPr lIns="91440" tIns="45720" rIns="91440" bIns="45720" anchor="ctr"/>
          <a:lstStyle/>
          <a:p>
            <a:r>
              <a:rPr lang="en-US">
                <a:latin typeface="Poppins"/>
                <a:cs typeface="Poppins"/>
              </a:rPr>
              <a:t>/</a:t>
            </a:r>
            <a:r>
              <a:rPr lang="en-US">
                <a:solidFill>
                  <a:srgbClr val="0F0F0F"/>
                </a:solidFill>
                <a:latin typeface="Poppins"/>
                <a:cs typeface="Poppins"/>
              </a:rPr>
              <a:t>home/</a:t>
            </a:r>
            <a:r>
              <a:rPr lang="en-US">
                <a:solidFill>
                  <a:schemeClr val="accent5">
                    <a:lumMod val="50000"/>
                  </a:schemeClr>
                </a:solidFill>
                <a:latin typeface="Poppins"/>
                <a:cs typeface="Poppins"/>
              </a:rPr>
              <a:t>dotnet</a:t>
            </a:r>
            <a:endParaRPr lang="en-US">
              <a:solidFill>
                <a:schemeClr val="accent5">
                  <a:lumMod val="50000"/>
                </a:schemeClr>
              </a:solidFill>
            </a:endParaRPr>
          </a:p>
          <a:p>
            <a:endParaRPr lang="en-US"/>
          </a:p>
          <a:p>
            <a:r>
              <a:rPr lang="en-US">
                <a:latin typeface="Poppins"/>
                <a:cs typeface="Poppins"/>
              </a:rPr>
              <a:t>At home on </a:t>
            </a:r>
            <a:br>
              <a:rPr lang="en-US">
                <a:latin typeface="Poppins"/>
                <a:cs typeface="Poppins"/>
              </a:rPr>
            </a:br>
            <a:r>
              <a:rPr lang="en-US">
                <a:latin typeface="Poppins"/>
                <a:cs typeface="Poppins"/>
              </a:rPr>
              <a:t>your distro.</a:t>
            </a:r>
          </a:p>
        </p:txBody>
      </p:sp>
    </p:spTree>
    <p:extLst>
      <p:ext uri="{BB962C8B-B14F-4D97-AF65-F5344CB8AC3E}">
        <p14:creationId xmlns:p14="http://schemas.microsoft.com/office/powerpoint/2010/main" val="3293000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qr code with a cartoon character&#10;&#10;AI-generated content may be incorrect.">
            <a:extLst>
              <a:ext uri="{FF2B5EF4-FFF2-40B4-BE49-F238E27FC236}">
                <a16:creationId xmlns:a16="http://schemas.microsoft.com/office/drawing/2014/main" id="{0E6952E5-7359-2E52-3086-9C3CD7263697}"/>
              </a:ext>
            </a:extLst>
          </p:cNvPr>
          <p:cNvPicPr>
            <a:picLocks noChangeAspect="1"/>
          </p:cNvPicPr>
          <p:nvPr/>
        </p:nvPicPr>
        <p:blipFill>
          <a:blip r:embed="rId2"/>
          <a:stretch>
            <a:fillRect/>
          </a:stretch>
        </p:blipFill>
        <p:spPr>
          <a:xfrm>
            <a:off x="7850341" y="2715704"/>
            <a:ext cx="8686493" cy="8284593"/>
          </a:xfrm>
          <a:prstGeom prst="rect">
            <a:avLst/>
          </a:prstGeom>
        </p:spPr>
      </p:pic>
    </p:spTree>
    <p:extLst>
      <p:ext uri="{BB962C8B-B14F-4D97-AF65-F5344CB8AC3E}">
        <p14:creationId xmlns:p14="http://schemas.microsoft.com/office/powerpoint/2010/main" val="2198707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B3F14-A272-777E-2900-2564497540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5D1D0BA-4C56-07CB-E9E4-941C72B95872}"/>
              </a:ext>
            </a:extLst>
          </p:cNvPr>
          <p:cNvSpPr>
            <a:spLocks noGrp="1"/>
          </p:cNvSpPr>
          <p:nvPr>
            <p:ph type="body" sz="quarter" idx="13"/>
          </p:nvPr>
        </p:nvSpPr>
        <p:spPr/>
        <p:txBody>
          <a:bodyPr/>
          <a:lstStyle/>
          <a:p>
            <a:r>
              <a:rPr lang="en-US">
                <a:solidFill>
                  <a:schemeClr val="bg2">
                    <a:lumMod val="75000"/>
                  </a:schemeClr>
                </a:solidFill>
              </a:rPr>
              <a:t>Subtitle</a:t>
            </a:r>
          </a:p>
        </p:txBody>
      </p:sp>
      <p:sp>
        <p:nvSpPr>
          <p:cNvPr id="3" name="Text Placeholder 2">
            <a:extLst>
              <a:ext uri="{FF2B5EF4-FFF2-40B4-BE49-F238E27FC236}">
                <a16:creationId xmlns:a16="http://schemas.microsoft.com/office/drawing/2014/main" id="{728E039C-CEC8-E9D9-A34E-6F785DABE39C}"/>
              </a:ext>
            </a:extLst>
          </p:cNvPr>
          <p:cNvSpPr>
            <a:spLocks noGrp="1"/>
          </p:cNvSpPr>
          <p:nvPr>
            <p:ph type="body" sz="quarter" idx="15"/>
          </p:nvPr>
        </p:nvSpPr>
        <p:spPr/>
        <p:txBody>
          <a:bodyPr lIns="91440" tIns="45720" rIns="91440" bIns="45720" anchor="t"/>
          <a:lstStyle/>
          <a:p>
            <a:r>
              <a:rPr lang="en-US">
                <a:latin typeface="Poppins"/>
                <a:cs typeface="Poppins"/>
              </a:rPr>
              <a:t>Goals of our work</a:t>
            </a:r>
            <a:endParaRPr lang="en-US"/>
          </a:p>
        </p:txBody>
      </p:sp>
      <p:sp>
        <p:nvSpPr>
          <p:cNvPr id="4" name="Text Placeholder 3">
            <a:extLst>
              <a:ext uri="{FF2B5EF4-FFF2-40B4-BE49-F238E27FC236}">
                <a16:creationId xmlns:a16="http://schemas.microsoft.com/office/drawing/2014/main" id="{E9EC9324-1448-C29E-F8C4-FBB98CDFC7E2}"/>
              </a:ext>
            </a:extLst>
          </p:cNvPr>
          <p:cNvSpPr>
            <a:spLocks noGrp="1"/>
          </p:cNvSpPr>
          <p:nvPr>
            <p:ph type="body" sz="quarter" idx="16"/>
          </p:nvPr>
        </p:nvSpPr>
        <p:spPr/>
        <p:txBody>
          <a:bodyPr lIns="91440" tIns="45720" rIns="91440" bIns="45720" anchor="t"/>
          <a:lstStyle/>
          <a:p>
            <a:r>
              <a:rPr lang="en-US">
                <a:latin typeface="Poppins"/>
                <a:cs typeface="Poppins"/>
              </a:rPr>
              <a:t>Enablement</a:t>
            </a:r>
            <a:endParaRPr lang="en-US"/>
          </a:p>
        </p:txBody>
      </p:sp>
      <p:sp>
        <p:nvSpPr>
          <p:cNvPr id="5" name="Text Placeholder 4">
            <a:extLst>
              <a:ext uri="{FF2B5EF4-FFF2-40B4-BE49-F238E27FC236}">
                <a16:creationId xmlns:a16="http://schemas.microsoft.com/office/drawing/2014/main" id="{2B285FB4-AFFB-0A6F-C740-E4DCE740F528}"/>
              </a:ext>
            </a:extLst>
          </p:cNvPr>
          <p:cNvSpPr>
            <a:spLocks noGrp="1"/>
          </p:cNvSpPr>
          <p:nvPr>
            <p:ph type="body" sz="quarter" idx="17"/>
          </p:nvPr>
        </p:nvSpPr>
        <p:spPr/>
        <p:txBody>
          <a:bodyPr lIns="91440" tIns="45720" rIns="91440" bIns="45720" anchor="t"/>
          <a:lstStyle/>
          <a:p>
            <a:r>
              <a:rPr lang="en-US">
                <a:latin typeface="Poppins"/>
                <a:cs typeface="Poppins"/>
              </a:rPr>
              <a:t>Simplification</a:t>
            </a:r>
            <a:endParaRPr lang="en-US"/>
          </a:p>
        </p:txBody>
      </p:sp>
      <p:sp>
        <p:nvSpPr>
          <p:cNvPr id="6" name="Text Placeholder 5">
            <a:extLst>
              <a:ext uri="{FF2B5EF4-FFF2-40B4-BE49-F238E27FC236}">
                <a16:creationId xmlns:a16="http://schemas.microsoft.com/office/drawing/2014/main" id="{D31717E3-5D17-4294-1489-317EFF829563}"/>
              </a:ext>
            </a:extLst>
          </p:cNvPr>
          <p:cNvSpPr>
            <a:spLocks noGrp="1"/>
          </p:cNvSpPr>
          <p:nvPr>
            <p:ph type="body" sz="quarter" idx="18"/>
          </p:nvPr>
        </p:nvSpPr>
        <p:spPr/>
        <p:txBody>
          <a:bodyPr lIns="91440" tIns="45720" rIns="91440" bIns="45720" anchor="t"/>
          <a:lstStyle/>
          <a:p>
            <a:r>
              <a:rPr lang="en-US">
                <a:latin typeface="Poppins"/>
                <a:cs typeface="Poppins"/>
              </a:rPr>
              <a:t>Partnership</a:t>
            </a:r>
            <a:endParaRPr lang="en-US"/>
          </a:p>
        </p:txBody>
      </p:sp>
      <p:sp>
        <p:nvSpPr>
          <p:cNvPr id="7" name="Text Placeholder 6">
            <a:extLst>
              <a:ext uri="{FF2B5EF4-FFF2-40B4-BE49-F238E27FC236}">
                <a16:creationId xmlns:a16="http://schemas.microsoft.com/office/drawing/2014/main" id="{461719CA-37A7-CE9F-F70C-425D2FC433A1}"/>
              </a:ext>
            </a:extLst>
          </p:cNvPr>
          <p:cNvSpPr>
            <a:spLocks noGrp="1"/>
          </p:cNvSpPr>
          <p:nvPr>
            <p:ph type="body" sz="quarter" idx="19"/>
          </p:nvPr>
        </p:nvSpPr>
        <p:spPr/>
        <p:txBody>
          <a:bodyPr lIns="91440" tIns="45720" rIns="91440" bIns="45720" anchor="t"/>
          <a:lstStyle/>
          <a:p>
            <a:r>
              <a:rPr lang="en-US">
                <a:solidFill>
                  <a:schemeClr val="accent4">
                    <a:lumMod val="50000"/>
                  </a:schemeClr>
                </a:solidFill>
                <a:latin typeface="Poppins"/>
                <a:ea typeface="Segoe UI Variable Semibold Display"/>
              </a:rPr>
              <a:t>01</a:t>
            </a:r>
            <a:endParaRPr lang="en-US">
              <a:solidFill>
                <a:schemeClr val="accent4">
                  <a:lumMod val="50000"/>
                </a:schemeClr>
              </a:solidFill>
            </a:endParaRPr>
          </a:p>
        </p:txBody>
      </p:sp>
      <p:sp>
        <p:nvSpPr>
          <p:cNvPr id="8" name="Text Placeholder 7">
            <a:extLst>
              <a:ext uri="{FF2B5EF4-FFF2-40B4-BE49-F238E27FC236}">
                <a16:creationId xmlns:a16="http://schemas.microsoft.com/office/drawing/2014/main" id="{531A9540-A208-ABFA-9B4C-4E85609491F9}"/>
              </a:ext>
            </a:extLst>
          </p:cNvPr>
          <p:cNvSpPr>
            <a:spLocks noGrp="1"/>
          </p:cNvSpPr>
          <p:nvPr>
            <p:ph type="body" sz="quarter" idx="20"/>
          </p:nvPr>
        </p:nvSpPr>
        <p:spPr/>
        <p:txBody>
          <a:bodyPr lIns="91440" tIns="45720" rIns="91440" bIns="45720" anchor="t"/>
          <a:lstStyle/>
          <a:p>
            <a:r>
              <a:rPr lang="en-US">
                <a:solidFill>
                  <a:schemeClr val="accent4">
                    <a:lumMod val="50000"/>
                  </a:schemeClr>
                </a:solidFill>
                <a:latin typeface="Poppins"/>
                <a:ea typeface="Segoe UI Variable Semibold Display"/>
              </a:rPr>
              <a:t>02</a:t>
            </a:r>
            <a:endParaRPr lang="en-US">
              <a:solidFill>
                <a:schemeClr val="accent4">
                  <a:lumMod val="50000"/>
                </a:schemeClr>
              </a:solidFill>
            </a:endParaRPr>
          </a:p>
        </p:txBody>
      </p:sp>
      <p:sp>
        <p:nvSpPr>
          <p:cNvPr id="9" name="Text Placeholder 8">
            <a:extLst>
              <a:ext uri="{FF2B5EF4-FFF2-40B4-BE49-F238E27FC236}">
                <a16:creationId xmlns:a16="http://schemas.microsoft.com/office/drawing/2014/main" id="{E51B214C-3C1E-93EB-B201-0992AEAE4899}"/>
              </a:ext>
            </a:extLst>
          </p:cNvPr>
          <p:cNvSpPr>
            <a:spLocks noGrp="1"/>
          </p:cNvSpPr>
          <p:nvPr>
            <p:ph type="body" sz="quarter" idx="21"/>
          </p:nvPr>
        </p:nvSpPr>
        <p:spPr/>
        <p:txBody>
          <a:bodyPr lIns="91440" tIns="45720" rIns="91440" bIns="45720" anchor="t"/>
          <a:lstStyle/>
          <a:p>
            <a:r>
              <a:rPr lang="en-US">
                <a:solidFill>
                  <a:schemeClr val="accent4">
                    <a:lumMod val="50000"/>
                  </a:schemeClr>
                </a:solidFill>
                <a:latin typeface="Poppins"/>
                <a:ea typeface="Segoe UI Variable Semibold Display"/>
              </a:rPr>
              <a:t>03</a:t>
            </a:r>
            <a:endParaRPr lang="en-US">
              <a:solidFill>
                <a:schemeClr val="accent4">
                  <a:lumMod val="50000"/>
                </a:schemeClr>
              </a:solidFill>
            </a:endParaRPr>
          </a:p>
        </p:txBody>
      </p:sp>
      <p:sp>
        <p:nvSpPr>
          <p:cNvPr id="10" name="Text Placeholder 9">
            <a:extLst>
              <a:ext uri="{FF2B5EF4-FFF2-40B4-BE49-F238E27FC236}">
                <a16:creationId xmlns:a16="http://schemas.microsoft.com/office/drawing/2014/main" id="{C1570A48-FBE7-674E-E0F5-FC1E1CEDCB7B}"/>
              </a:ext>
            </a:extLst>
          </p:cNvPr>
          <p:cNvSpPr>
            <a:spLocks noGrp="1"/>
          </p:cNvSpPr>
          <p:nvPr>
            <p:ph type="body" sz="quarter" idx="22"/>
          </p:nvPr>
        </p:nvSpPr>
        <p:spPr>
          <a:xfrm>
            <a:off x="1070062" y="6617009"/>
            <a:ext cx="6488206" cy="1155392"/>
          </a:xfrm>
        </p:spPr>
        <p:txBody>
          <a:bodyPr lIns="91440" tIns="45720" rIns="91440" bIns="45720" anchor="t"/>
          <a:lstStyle/>
          <a:p>
            <a:r>
              <a:rPr lang="en-US">
                <a:latin typeface="Aptos"/>
                <a:cs typeface="Poppins"/>
              </a:rPr>
              <a:t>Follow industry trends and enable scenarios so that they work before most .NET developers need them.</a:t>
            </a:r>
          </a:p>
          <a:p>
            <a:endParaRPr lang="en-US">
              <a:latin typeface="Aptos" panose="020B0004020202020204" pitchFamily="34" charset="0"/>
            </a:endParaRPr>
          </a:p>
          <a:p>
            <a:r>
              <a:rPr lang="en-US">
                <a:latin typeface="Aptos"/>
                <a:cs typeface="Poppins"/>
              </a:rPr>
              <a:t>Examples:</a:t>
            </a:r>
          </a:p>
          <a:p>
            <a:endParaRPr lang="en-US">
              <a:latin typeface="Aptos" panose="020B0004020202020204" pitchFamily="34" charset="0"/>
            </a:endParaRPr>
          </a:p>
          <a:p>
            <a:pPr marL="342900" indent="-342900">
              <a:buFont typeface="Calibri" pitchFamily="34" charset="0"/>
              <a:buChar char="-"/>
            </a:pPr>
            <a:r>
              <a:rPr lang="en-US">
                <a:latin typeface="Aptos"/>
                <a:cs typeface="Poppins"/>
              </a:rPr>
              <a:t>Chiseled images</a:t>
            </a:r>
          </a:p>
          <a:p>
            <a:pPr marL="342900" indent="-342900">
              <a:buFont typeface="Calibri" pitchFamily="34" charset="0"/>
              <a:buChar char="-"/>
            </a:pPr>
            <a:r>
              <a:rPr lang="en-US">
                <a:latin typeface="Aptos"/>
                <a:cs typeface="Poppins"/>
              </a:rPr>
              <a:t>Multi-arch image publishing</a:t>
            </a:r>
          </a:p>
          <a:p>
            <a:pPr marL="342900" indent="-342900">
              <a:buFont typeface="Calibri" pitchFamily="34" charset="0"/>
              <a:buChar char="-"/>
            </a:pPr>
            <a:r>
              <a:rPr lang="en-US">
                <a:latin typeface="Aptos"/>
                <a:cs typeface="Poppins"/>
              </a:rPr>
              <a:t>Early out-in-front distro testing</a:t>
            </a:r>
            <a:endParaRPr lang="en-US">
              <a:latin typeface="Aptos" panose="020B0004020202020204" pitchFamily="34" charset="0"/>
            </a:endParaRPr>
          </a:p>
        </p:txBody>
      </p:sp>
      <p:sp>
        <p:nvSpPr>
          <p:cNvPr id="11" name="Text Placeholder 10">
            <a:extLst>
              <a:ext uri="{FF2B5EF4-FFF2-40B4-BE49-F238E27FC236}">
                <a16:creationId xmlns:a16="http://schemas.microsoft.com/office/drawing/2014/main" id="{18F9B456-051F-5EDC-73A9-8DD7CCFB67D1}"/>
              </a:ext>
            </a:extLst>
          </p:cNvPr>
          <p:cNvSpPr>
            <a:spLocks noGrp="1"/>
          </p:cNvSpPr>
          <p:nvPr>
            <p:ph type="body" sz="quarter" idx="23"/>
          </p:nvPr>
        </p:nvSpPr>
        <p:spPr>
          <a:xfrm>
            <a:off x="8533180" y="6617009"/>
            <a:ext cx="6488206" cy="1155392"/>
          </a:xfrm>
        </p:spPr>
        <p:txBody>
          <a:bodyPr lIns="91440" tIns="45720" rIns="91440" bIns="45720" anchor="t"/>
          <a:lstStyle/>
          <a:p>
            <a:r>
              <a:rPr lang="en-US">
                <a:latin typeface="Aptos"/>
                <a:cs typeface="Poppins"/>
              </a:rPr>
              <a:t>Polish and simplify workflows based on usability needs, feedback, and to balance cost vs benefit.</a:t>
            </a:r>
          </a:p>
          <a:p>
            <a:endParaRPr lang="en-US">
              <a:latin typeface="Aptos"/>
            </a:endParaRPr>
          </a:p>
          <a:p>
            <a:r>
              <a:rPr lang="en-US">
                <a:latin typeface="Aptos"/>
                <a:cs typeface="Poppins"/>
              </a:rPr>
              <a:t>Examples:</a:t>
            </a:r>
            <a:br>
              <a:rPr lang="en-US">
                <a:latin typeface="Aptos"/>
                <a:cs typeface="Poppins"/>
              </a:rPr>
            </a:br>
            <a:endParaRPr lang="en-US">
              <a:latin typeface="Aptos"/>
            </a:endParaRPr>
          </a:p>
          <a:p>
            <a:pPr marL="342900" indent="-342900">
              <a:buFont typeface="Calibri" pitchFamily="34" charset="0"/>
              <a:buChar char="-"/>
            </a:pPr>
            <a:r>
              <a:rPr lang="en-US">
                <a:latin typeface="Aptos"/>
                <a:cs typeface="Poppins"/>
              </a:rPr>
              <a:t>Enabling image publishing via the CLI</a:t>
            </a:r>
          </a:p>
          <a:p>
            <a:pPr marL="342900" indent="-342900">
              <a:buFont typeface="Calibri" pitchFamily="34" charset="0"/>
              <a:buChar char="-"/>
            </a:pPr>
            <a:r>
              <a:rPr lang="en-US">
                <a:latin typeface="Aptos"/>
                <a:cs typeface="Poppins"/>
              </a:rPr>
              <a:t>Moving packages exclusively to Ubuntu feeds</a:t>
            </a:r>
            <a:endParaRPr lang="en-US">
              <a:solidFill>
                <a:srgbClr val="000000"/>
              </a:solidFill>
              <a:latin typeface="Aptos"/>
              <a:cs typeface="Poppins"/>
            </a:endParaRPr>
          </a:p>
          <a:p>
            <a:pPr marL="342900" indent="-342900">
              <a:buFont typeface="Calibri" pitchFamily="34" charset="0"/>
              <a:buChar char="-"/>
            </a:pPr>
            <a:endParaRPr lang="en-US">
              <a:latin typeface="Aptos"/>
            </a:endParaRPr>
          </a:p>
          <a:p>
            <a:pPr marL="342900" indent="-342900">
              <a:buFont typeface="Calibri" pitchFamily="34" charset="0"/>
              <a:buChar char="-"/>
            </a:pPr>
            <a:endParaRPr lang="en-US">
              <a:latin typeface="Aptos"/>
            </a:endParaRPr>
          </a:p>
        </p:txBody>
      </p:sp>
      <p:sp>
        <p:nvSpPr>
          <p:cNvPr id="12" name="Text Placeholder 11">
            <a:extLst>
              <a:ext uri="{FF2B5EF4-FFF2-40B4-BE49-F238E27FC236}">
                <a16:creationId xmlns:a16="http://schemas.microsoft.com/office/drawing/2014/main" id="{4D842370-F62B-93BD-FF75-CFCFFC9EB817}"/>
              </a:ext>
            </a:extLst>
          </p:cNvPr>
          <p:cNvSpPr>
            <a:spLocks noGrp="1"/>
          </p:cNvSpPr>
          <p:nvPr>
            <p:ph type="body" sz="quarter" idx="24"/>
          </p:nvPr>
        </p:nvSpPr>
        <p:spPr>
          <a:xfrm>
            <a:off x="15994733" y="6617009"/>
            <a:ext cx="6488206" cy="1155392"/>
          </a:xfrm>
        </p:spPr>
        <p:txBody>
          <a:bodyPr lIns="91440" tIns="45720" rIns="91440" bIns="45720" anchor="t"/>
          <a:lstStyle/>
          <a:p>
            <a:r>
              <a:rPr lang="en-US">
                <a:latin typeface="Aptos"/>
                <a:cs typeface="Poppins"/>
              </a:rPr>
              <a:t>Build relationships across the Linux ecosystem – from hardware vendors to distro maintainers to distro end-users and everything in between.</a:t>
            </a:r>
          </a:p>
          <a:p>
            <a:endParaRPr lang="en-US">
              <a:latin typeface="Aptos" panose="020B0004020202020204" pitchFamily="34" charset="0"/>
            </a:endParaRPr>
          </a:p>
          <a:p>
            <a:r>
              <a:rPr lang="en-US">
                <a:latin typeface="Aptos"/>
                <a:cs typeface="Poppins"/>
              </a:rPr>
              <a:t>Examples:</a:t>
            </a:r>
          </a:p>
          <a:p>
            <a:endParaRPr lang="en-US">
              <a:latin typeface="Aptos"/>
              <a:cs typeface="Poppins"/>
            </a:endParaRPr>
          </a:p>
          <a:p>
            <a:pPr marL="342900" indent="-342900">
              <a:buFont typeface="Calibri" pitchFamily="34" charset="0"/>
              <a:buChar char="-"/>
            </a:pPr>
            <a:r>
              <a:rPr lang="en-US">
                <a:latin typeface="Aptos"/>
                <a:cs typeface="Poppins"/>
              </a:rPr>
              <a:t>.NET Security Group</a:t>
            </a:r>
          </a:p>
          <a:p>
            <a:pPr marL="342900" indent="-342900">
              <a:buFont typeface="Calibri" pitchFamily="34" charset="0"/>
              <a:buChar char="-"/>
            </a:pPr>
            <a:r>
              <a:rPr lang="en-US">
                <a:latin typeface="Aptos"/>
                <a:cs typeface="Poppins"/>
              </a:rPr>
              <a:t>Virtual Mono Repo / Source Build</a:t>
            </a:r>
          </a:p>
          <a:p>
            <a:pPr marL="342900" indent="-342900">
              <a:buFont typeface="Calibri" pitchFamily="34" charset="0"/>
              <a:buChar char="-"/>
            </a:pPr>
            <a:r>
              <a:rPr lang="en-US">
                <a:latin typeface="Aptos"/>
                <a:cs typeface="Poppins"/>
              </a:rPr>
              <a:t>Transparency on support</a:t>
            </a:r>
          </a:p>
          <a:p>
            <a:pPr marL="342900" indent="-342900">
              <a:buFont typeface="Calibri" pitchFamily="34" charset="0"/>
              <a:buChar char="-"/>
            </a:pPr>
            <a:endParaRPr lang="en-US">
              <a:latin typeface="Aptos"/>
              <a:cs typeface="Poppins"/>
            </a:endParaRPr>
          </a:p>
        </p:txBody>
      </p:sp>
    </p:spTree>
    <p:extLst>
      <p:ext uri="{BB962C8B-B14F-4D97-AF65-F5344CB8AC3E}">
        <p14:creationId xmlns:p14="http://schemas.microsoft.com/office/powerpoint/2010/main" val="348978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89AE-84C1-4230-9719-AD4332A04F0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DCB9866-4963-9F5C-E177-0E4949658FDE}"/>
              </a:ext>
            </a:extLst>
          </p:cNvPr>
          <p:cNvSpPr>
            <a:spLocks noGrp="1"/>
          </p:cNvSpPr>
          <p:nvPr>
            <p:ph type="body" sz="quarter" idx="13"/>
          </p:nvPr>
        </p:nvSpPr>
        <p:spPr/>
        <p:txBody>
          <a:bodyPr/>
          <a:lstStyle/>
          <a:p>
            <a:r>
              <a:rPr lang="en-US">
                <a:solidFill>
                  <a:schemeClr val="bg2">
                    <a:lumMod val="75000"/>
                  </a:schemeClr>
                </a:solidFill>
              </a:rPr>
              <a:t>Subtitle</a:t>
            </a:r>
          </a:p>
        </p:txBody>
      </p:sp>
      <p:sp>
        <p:nvSpPr>
          <p:cNvPr id="3" name="Text Placeholder 2">
            <a:extLst>
              <a:ext uri="{FF2B5EF4-FFF2-40B4-BE49-F238E27FC236}">
                <a16:creationId xmlns:a16="http://schemas.microsoft.com/office/drawing/2014/main" id="{F9C1DA37-34E5-FE2A-F563-03D1BF52E8E0}"/>
              </a:ext>
            </a:extLst>
          </p:cNvPr>
          <p:cNvSpPr>
            <a:spLocks noGrp="1"/>
          </p:cNvSpPr>
          <p:nvPr>
            <p:ph type="body" sz="quarter" idx="15"/>
          </p:nvPr>
        </p:nvSpPr>
        <p:spPr/>
        <p:txBody>
          <a:bodyPr lIns="91440" tIns="45720" rIns="91440" bIns="45720" anchor="t"/>
          <a:lstStyle/>
          <a:p>
            <a:r>
              <a:rPr lang="en-US">
                <a:latin typeface="Poppins"/>
                <a:cs typeface="Poppins"/>
              </a:rPr>
              <a:t>What's New in .NET 10</a:t>
            </a:r>
            <a:endParaRPr lang="en-US"/>
          </a:p>
        </p:txBody>
      </p:sp>
      <p:sp>
        <p:nvSpPr>
          <p:cNvPr id="4" name="Text Placeholder 3">
            <a:extLst>
              <a:ext uri="{FF2B5EF4-FFF2-40B4-BE49-F238E27FC236}">
                <a16:creationId xmlns:a16="http://schemas.microsoft.com/office/drawing/2014/main" id="{9507D1B2-960A-0BD2-771D-F1F078083400}"/>
              </a:ext>
            </a:extLst>
          </p:cNvPr>
          <p:cNvSpPr>
            <a:spLocks noGrp="1"/>
          </p:cNvSpPr>
          <p:nvPr>
            <p:ph type="body" sz="quarter" idx="16"/>
          </p:nvPr>
        </p:nvSpPr>
        <p:spPr/>
        <p:txBody>
          <a:bodyPr lIns="91440" tIns="45720" rIns="91440" bIns="45720" anchor="t"/>
          <a:lstStyle/>
          <a:p>
            <a:r>
              <a:rPr lang="en-US">
                <a:latin typeface="Poppins"/>
                <a:cs typeface="Poppins"/>
              </a:rPr>
              <a:t>Containers</a:t>
            </a:r>
            <a:endParaRPr lang="en-US"/>
          </a:p>
        </p:txBody>
      </p:sp>
      <p:sp>
        <p:nvSpPr>
          <p:cNvPr id="5" name="Text Placeholder 4">
            <a:extLst>
              <a:ext uri="{FF2B5EF4-FFF2-40B4-BE49-F238E27FC236}">
                <a16:creationId xmlns:a16="http://schemas.microsoft.com/office/drawing/2014/main" id="{A1C6E1B1-AA34-ADA9-CA95-2DE4359CEDD6}"/>
              </a:ext>
            </a:extLst>
          </p:cNvPr>
          <p:cNvSpPr>
            <a:spLocks noGrp="1"/>
          </p:cNvSpPr>
          <p:nvPr>
            <p:ph type="body" sz="quarter" idx="17"/>
          </p:nvPr>
        </p:nvSpPr>
        <p:spPr/>
        <p:txBody>
          <a:bodyPr lIns="91440" tIns="45720" rIns="91440" bIns="45720" anchor="t"/>
          <a:lstStyle/>
          <a:p>
            <a:r>
              <a:rPr lang="en-US">
                <a:latin typeface="Poppins"/>
                <a:cs typeface="Poppins"/>
              </a:rPr>
              <a:t>Packages</a:t>
            </a:r>
            <a:endParaRPr lang="en-US"/>
          </a:p>
        </p:txBody>
      </p:sp>
      <p:sp>
        <p:nvSpPr>
          <p:cNvPr id="6" name="Text Placeholder 5">
            <a:extLst>
              <a:ext uri="{FF2B5EF4-FFF2-40B4-BE49-F238E27FC236}">
                <a16:creationId xmlns:a16="http://schemas.microsoft.com/office/drawing/2014/main" id="{0EDC7EB3-B320-9AF0-0561-4C2EA90178A9}"/>
              </a:ext>
            </a:extLst>
          </p:cNvPr>
          <p:cNvSpPr>
            <a:spLocks noGrp="1"/>
          </p:cNvSpPr>
          <p:nvPr>
            <p:ph type="body" sz="quarter" idx="18"/>
          </p:nvPr>
        </p:nvSpPr>
        <p:spPr/>
        <p:txBody>
          <a:bodyPr lIns="91440" tIns="45720" rIns="91440" bIns="45720" anchor="t"/>
          <a:lstStyle/>
          <a:p>
            <a:r>
              <a:rPr lang="en-US">
                <a:latin typeface="Poppins"/>
                <a:cs typeface="Poppins"/>
              </a:rPr>
              <a:t>Linux</a:t>
            </a:r>
            <a:endParaRPr lang="en-US"/>
          </a:p>
        </p:txBody>
      </p:sp>
      <p:sp>
        <p:nvSpPr>
          <p:cNvPr id="7" name="Text Placeholder 6">
            <a:extLst>
              <a:ext uri="{FF2B5EF4-FFF2-40B4-BE49-F238E27FC236}">
                <a16:creationId xmlns:a16="http://schemas.microsoft.com/office/drawing/2014/main" id="{072D9265-8D0B-40DD-35B9-0BEEDCAB0690}"/>
              </a:ext>
            </a:extLst>
          </p:cNvPr>
          <p:cNvSpPr>
            <a:spLocks noGrp="1"/>
          </p:cNvSpPr>
          <p:nvPr>
            <p:ph type="body" sz="quarter" idx="19"/>
          </p:nvPr>
        </p:nvSpPr>
        <p:spPr/>
        <p:txBody>
          <a:bodyPr lIns="91440" tIns="45720" rIns="91440" bIns="45720" anchor="t"/>
          <a:lstStyle/>
          <a:p>
            <a:r>
              <a:rPr lang="en-US">
                <a:solidFill>
                  <a:schemeClr val="accent4">
                    <a:lumMod val="50000"/>
                  </a:schemeClr>
                </a:solidFill>
                <a:latin typeface="Poppins"/>
                <a:ea typeface="Segoe UI Variable Semibold Display"/>
              </a:rPr>
              <a:t>01</a:t>
            </a:r>
            <a:endParaRPr lang="en-US">
              <a:solidFill>
                <a:schemeClr val="accent4">
                  <a:lumMod val="50000"/>
                </a:schemeClr>
              </a:solidFill>
            </a:endParaRPr>
          </a:p>
        </p:txBody>
      </p:sp>
      <p:sp>
        <p:nvSpPr>
          <p:cNvPr id="8" name="Text Placeholder 7">
            <a:extLst>
              <a:ext uri="{FF2B5EF4-FFF2-40B4-BE49-F238E27FC236}">
                <a16:creationId xmlns:a16="http://schemas.microsoft.com/office/drawing/2014/main" id="{F856C9A7-276A-CA24-E1DC-56087B53AF55}"/>
              </a:ext>
            </a:extLst>
          </p:cNvPr>
          <p:cNvSpPr>
            <a:spLocks noGrp="1"/>
          </p:cNvSpPr>
          <p:nvPr>
            <p:ph type="body" sz="quarter" idx="20"/>
          </p:nvPr>
        </p:nvSpPr>
        <p:spPr/>
        <p:txBody>
          <a:bodyPr lIns="91440" tIns="45720" rIns="91440" bIns="45720" anchor="t"/>
          <a:lstStyle/>
          <a:p>
            <a:r>
              <a:rPr lang="en-US">
                <a:solidFill>
                  <a:schemeClr val="accent4">
                    <a:lumMod val="50000"/>
                  </a:schemeClr>
                </a:solidFill>
                <a:latin typeface="Poppins"/>
                <a:ea typeface="Segoe UI Variable Semibold Display"/>
              </a:rPr>
              <a:t>02</a:t>
            </a:r>
            <a:endParaRPr lang="en-US">
              <a:solidFill>
                <a:schemeClr val="accent4">
                  <a:lumMod val="50000"/>
                </a:schemeClr>
              </a:solidFill>
            </a:endParaRPr>
          </a:p>
        </p:txBody>
      </p:sp>
      <p:sp>
        <p:nvSpPr>
          <p:cNvPr id="9" name="Text Placeholder 8">
            <a:extLst>
              <a:ext uri="{FF2B5EF4-FFF2-40B4-BE49-F238E27FC236}">
                <a16:creationId xmlns:a16="http://schemas.microsoft.com/office/drawing/2014/main" id="{C6E4D176-97D2-BB52-5AD3-018D45D3837E}"/>
              </a:ext>
            </a:extLst>
          </p:cNvPr>
          <p:cNvSpPr>
            <a:spLocks noGrp="1"/>
          </p:cNvSpPr>
          <p:nvPr>
            <p:ph type="body" sz="quarter" idx="21"/>
          </p:nvPr>
        </p:nvSpPr>
        <p:spPr/>
        <p:txBody>
          <a:bodyPr lIns="91440" tIns="45720" rIns="91440" bIns="45720" anchor="t"/>
          <a:lstStyle/>
          <a:p>
            <a:r>
              <a:rPr lang="en-US">
                <a:solidFill>
                  <a:schemeClr val="accent4">
                    <a:lumMod val="50000"/>
                  </a:schemeClr>
                </a:solidFill>
                <a:latin typeface="Poppins"/>
                <a:ea typeface="Segoe UI Variable Semibold Display"/>
              </a:rPr>
              <a:t>03</a:t>
            </a:r>
            <a:endParaRPr lang="en-US">
              <a:solidFill>
                <a:schemeClr val="accent4">
                  <a:lumMod val="50000"/>
                </a:schemeClr>
              </a:solidFill>
            </a:endParaRPr>
          </a:p>
        </p:txBody>
      </p:sp>
      <p:sp>
        <p:nvSpPr>
          <p:cNvPr id="10" name="Text Placeholder 9">
            <a:extLst>
              <a:ext uri="{FF2B5EF4-FFF2-40B4-BE49-F238E27FC236}">
                <a16:creationId xmlns:a16="http://schemas.microsoft.com/office/drawing/2014/main" id="{585C1178-219E-5799-0E78-51A0652B535F}"/>
              </a:ext>
            </a:extLst>
          </p:cNvPr>
          <p:cNvSpPr>
            <a:spLocks noGrp="1"/>
          </p:cNvSpPr>
          <p:nvPr>
            <p:ph type="body" sz="quarter" idx="22"/>
          </p:nvPr>
        </p:nvSpPr>
        <p:spPr>
          <a:xfrm>
            <a:off x="1070062" y="6617009"/>
            <a:ext cx="6488206" cy="1155392"/>
          </a:xfrm>
        </p:spPr>
        <p:txBody>
          <a:bodyPr lIns="91440" tIns="45720" rIns="91440" bIns="45720" anchor="t"/>
          <a:lstStyle/>
          <a:p>
            <a:r>
              <a:rPr lang="en-US">
                <a:latin typeface="Aptos"/>
                <a:cs typeface="Poppins"/>
              </a:rPr>
              <a:t>Follow industry trends and enable scenarios so that they work before most .NET developers need them.</a:t>
            </a:r>
          </a:p>
          <a:p>
            <a:endParaRPr lang="en-US">
              <a:latin typeface="Aptos" panose="020B0004020202020204" pitchFamily="34" charset="0"/>
            </a:endParaRPr>
          </a:p>
          <a:p>
            <a:r>
              <a:rPr lang="en-US">
                <a:latin typeface="Aptos"/>
                <a:cs typeface="Poppins"/>
              </a:rPr>
              <a:t>Examples:</a:t>
            </a:r>
          </a:p>
          <a:p>
            <a:endParaRPr lang="en-US">
              <a:latin typeface="Aptos" panose="020B0004020202020204" pitchFamily="34" charset="0"/>
            </a:endParaRPr>
          </a:p>
          <a:p>
            <a:pPr marL="342900" indent="-342900">
              <a:buFont typeface="Calibri" pitchFamily="34" charset="0"/>
              <a:buChar char="-"/>
            </a:pPr>
            <a:r>
              <a:rPr lang="en-US">
                <a:latin typeface="Aptos"/>
                <a:cs typeface="Poppins"/>
              </a:rPr>
              <a:t>Multi-arch image publishing</a:t>
            </a:r>
          </a:p>
          <a:p>
            <a:pPr marL="342900" indent="-342900">
              <a:buFont typeface="Calibri" pitchFamily="34" charset="0"/>
              <a:buChar char="-"/>
            </a:pPr>
            <a:r>
              <a:rPr lang="en-US">
                <a:latin typeface="Aptos"/>
                <a:cs typeface="Poppins"/>
              </a:rPr>
              <a:t>Insecure registry publishing</a:t>
            </a:r>
          </a:p>
          <a:p>
            <a:pPr marL="342900" indent="-342900">
              <a:buFont typeface="Calibri" pitchFamily="34" charset="0"/>
              <a:buChar char="-"/>
            </a:pPr>
            <a:r>
              <a:rPr lang="en-US">
                <a:latin typeface="Aptos"/>
                <a:cs typeface="Poppins"/>
              </a:rPr>
              <a:t>Chiseled images supported</a:t>
            </a:r>
          </a:p>
          <a:p>
            <a:pPr marL="342900" indent="-342900">
              <a:buFont typeface="Calibri" pitchFamily="34" charset="0"/>
              <a:buChar char="-"/>
            </a:pPr>
            <a:r>
              <a:rPr lang="en-US">
                <a:latin typeface="Aptos"/>
                <a:cs typeface="Poppins"/>
              </a:rPr>
              <a:t>.NET SDK NAOT images supported</a:t>
            </a:r>
          </a:p>
          <a:p>
            <a:pPr marL="342900" indent="-342900">
              <a:buFont typeface="Calibri" pitchFamily="34" charset="0"/>
              <a:buChar char="-"/>
            </a:pPr>
            <a:r>
              <a:rPr lang="en-US">
                <a:latin typeface="Aptos"/>
                <a:cs typeface="Poppins"/>
              </a:rPr>
              <a:t>Switched to Ubuntu as default distro</a:t>
            </a:r>
          </a:p>
          <a:p>
            <a:pPr marL="342900" indent="-342900">
              <a:buFont typeface="Calibri" pitchFamily="34" charset="0"/>
              <a:buChar char="-"/>
            </a:pPr>
            <a:r>
              <a:rPr lang="en-US">
                <a:latin typeface="Aptos"/>
                <a:cs typeface="Poppins"/>
              </a:rPr>
              <a:t>Not publishing Debian 13+ images</a:t>
            </a:r>
            <a:endParaRPr lang="en-US">
              <a:latin typeface="Aptos" panose="020B0004020202020204" pitchFamily="34" charset="0"/>
            </a:endParaRPr>
          </a:p>
          <a:p>
            <a:pPr marL="342900" indent="-342900">
              <a:buFont typeface="Calibri" pitchFamily="34" charset="0"/>
              <a:buChar char="-"/>
            </a:pPr>
            <a:endParaRPr lang="en-US">
              <a:latin typeface="Aptos" panose="020B0004020202020204" pitchFamily="34" charset="0"/>
            </a:endParaRPr>
          </a:p>
        </p:txBody>
      </p:sp>
      <p:sp>
        <p:nvSpPr>
          <p:cNvPr id="11" name="Text Placeholder 10">
            <a:extLst>
              <a:ext uri="{FF2B5EF4-FFF2-40B4-BE49-F238E27FC236}">
                <a16:creationId xmlns:a16="http://schemas.microsoft.com/office/drawing/2014/main" id="{9FB8E0B2-47D7-539A-E6B0-4822271DFC65}"/>
              </a:ext>
            </a:extLst>
          </p:cNvPr>
          <p:cNvSpPr>
            <a:spLocks noGrp="1"/>
          </p:cNvSpPr>
          <p:nvPr>
            <p:ph type="body" sz="quarter" idx="23"/>
          </p:nvPr>
        </p:nvSpPr>
        <p:spPr>
          <a:xfrm>
            <a:off x="8533180" y="6617009"/>
            <a:ext cx="6488206" cy="1155392"/>
          </a:xfrm>
        </p:spPr>
        <p:txBody>
          <a:bodyPr lIns="91440" tIns="45720" rIns="91440" bIns="45720" anchor="t"/>
          <a:lstStyle/>
          <a:p>
            <a:r>
              <a:rPr lang="en-US">
                <a:latin typeface="Aptos"/>
                <a:cs typeface="Poppins"/>
              </a:rPr>
              <a:t>Polish and simplify workflows based on usability needs, feedback, and to balance cost vs benefit.</a:t>
            </a:r>
          </a:p>
          <a:p>
            <a:endParaRPr lang="en-US">
              <a:latin typeface="Aptos"/>
            </a:endParaRPr>
          </a:p>
          <a:p>
            <a:r>
              <a:rPr lang="en-US">
                <a:latin typeface="Aptos"/>
                <a:cs typeface="Poppins"/>
              </a:rPr>
              <a:t>Examples:</a:t>
            </a:r>
            <a:br>
              <a:rPr lang="en-US">
                <a:latin typeface="Aptos"/>
                <a:cs typeface="Poppins"/>
              </a:rPr>
            </a:br>
            <a:endParaRPr lang="en-US">
              <a:latin typeface="Aptos"/>
            </a:endParaRPr>
          </a:p>
          <a:p>
            <a:pPr marL="342900" indent="-342900">
              <a:buFont typeface="Calibri" pitchFamily="34" charset="0"/>
              <a:buChar char="-"/>
            </a:pPr>
            <a:endParaRPr lang="en-US">
              <a:latin typeface="Aptos"/>
            </a:endParaRPr>
          </a:p>
          <a:p>
            <a:pPr marL="342900" indent="-342900">
              <a:buFont typeface="Calibri" pitchFamily="34" charset="0"/>
              <a:buChar char="-"/>
            </a:pPr>
            <a:r>
              <a:rPr lang="en-US">
                <a:latin typeface="Aptos"/>
                <a:cs typeface="Poppins"/>
              </a:rPr>
              <a:t>x64 and Arm64 packages</a:t>
            </a:r>
          </a:p>
          <a:p>
            <a:pPr marL="342900" indent="-342900">
              <a:buFont typeface="Calibri" pitchFamily="34" charset="0"/>
              <a:buChar char="-"/>
            </a:pPr>
            <a:r>
              <a:rPr lang="en-US">
                <a:latin typeface="Aptos"/>
                <a:cs typeface="Poppins"/>
              </a:rPr>
              <a:t>Debian 13 packages</a:t>
            </a:r>
          </a:p>
        </p:txBody>
      </p:sp>
      <p:sp>
        <p:nvSpPr>
          <p:cNvPr id="12" name="Text Placeholder 11">
            <a:extLst>
              <a:ext uri="{FF2B5EF4-FFF2-40B4-BE49-F238E27FC236}">
                <a16:creationId xmlns:a16="http://schemas.microsoft.com/office/drawing/2014/main" id="{B5497CC9-5FC4-6022-0C2D-0D0FB4B00111}"/>
              </a:ext>
            </a:extLst>
          </p:cNvPr>
          <p:cNvSpPr>
            <a:spLocks noGrp="1"/>
          </p:cNvSpPr>
          <p:nvPr>
            <p:ph type="body" sz="quarter" idx="24"/>
          </p:nvPr>
        </p:nvSpPr>
        <p:spPr>
          <a:xfrm>
            <a:off x="15994733" y="6617009"/>
            <a:ext cx="6488206" cy="1155392"/>
          </a:xfrm>
        </p:spPr>
        <p:txBody>
          <a:bodyPr lIns="91440" tIns="45720" rIns="91440" bIns="45720" anchor="t"/>
          <a:lstStyle/>
          <a:p>
            <a:r>
              <a:rPr lang="en-US">
                <a:latin typeface="Aptos"/>
                <a:cs typeface="Poppins"/>
              </a:rPr>
              <a:t>Expanded our relationships with existing and new distro partners and brought more partners into the development lifecycle.</a:t>
            </a:r>
            <a:endParaRPr lang="en-US">
              <a:latin typeface="Aptos" panose="020B0004020202020204" pitchFamily="34" charset="0"/>
            </a:endParaRPr>
          </a:p>
          <a:p>
            <a:endParaRPr lang="en-US">
              <a:latin typeface="Aptos" panose="020B0004020202020204" pitchFamily="34" charset="0"/>
            </a:endParaRPr>
          </a:p>
          <a:p>
            <a:r>
              <a:rPr lang="en-US">
                <a:latin typeface="Aptos"/>
                <a:cs typeface="Poppins"/>
              </a:rPr>
              <a:t>Examples:</a:t>
            </a:r>
          </a:p>
          <a:p>
            <a:endParaRPr lang="en-US">
              <a:latin typeface="Aptos"/>
              <a:cs typeface="Poppins"/>
            </a:endParaRPr>
          </a:p>
          <a:p>
            <a:pPr marL="342900" indent="-342900">
              <a:buFont typeface="Calibri" pitchFamily="34" charset="0"/>
              <a:buChar char="-"/>
            </a:pPr>
            <a:r>
              <a:rPr lang="en-US">
                <a:latin typeface="Aptos"/>
                <a:cs typeface="Poppins"/>
              </a:rPr>
              <a:t>.NET Security Group</a:t>
            </a:r>
          </a:p>
          <a:p>
            <a:pPr marL="342900" indent="-342900">
              <a:buFont typeface="Calibri" pitchFamily="34" charset="0"/>
              <a:buChar char="-"/>
            </a:pPr>
            <a:r>
              <a:rPr lang="en-US">
                <a:latin typeface="Aptos"/>
                <a:cs typeface="Poppins"/>
              </a:rPr>
              <a:t>Virtual Mono Repo / Source Build</a:t>
            </a:r>
          </a:p>
          <a:p>
            <a:pPr marL="342900" indent="-342900">
              <a:buFont typeface="Calibri" pitchFamily="34" charset="0"/>
              <a:buChar char="-"/>
            </a:pPr>
            <a:r>
              <a:rPr lang="en-US">
                <a:latin typeface="Aptos"/>
                <a:cs typeface="Poppins"/>
              </a:rPr>
              <a:t>Preparing for Ubuntu 26.04</a:t>
            </a:r>
          </a:p>
        </p:txBody>
      </p:sp>
    </p:spTree>
    <p:extLst>
      <p:ext uri="{BB962C8B-B14F-4D97-AF65-F5344CB8AC3E}">
        <p14:creationId xmlns:p14="http://schemas.microsoft.com/office/powerpoint/2010/main" val="849783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3B74A936-7284-9D0A-A915-01329F641A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423132-8F19-5167-19B9-DE1F1EA1DA68}"/>
              </a:ext>
            </a:extLst>
          </p:cNvPr>
          <p:cNvSpPr>
            <a:spLocks noGrp="1"/>
          </p:cNvSpPr>
          <p:nvPr>
            <p:ph type="body" sz="quarter" idx="13"/>
          </p:nvPr>
        </p:nvSpPr>
        <p:spPr/>
        <p:txBody>
          <a:bodyPr lIns="91440" tIns="45720" rIns="91440" bIns="45720" anchor="t"/>
          <a:lstStyle/>
          <a:p>
            <a:r>
              <a:rPr lang="en-US">
                <a:solidFill>
                  <a:schemeClr val="bg2">
                    <a:lumMod val="75000"/>
                  </a:schemeClr>
                </a:solidFill>
                <a:latin typeface="Poppins"/>
                <a:cs typeface="Poppins"/>
              </a:rPr>
              <a:t>Linux</a:t>
            </a:r>
            <a:endParaRPr lang="en-US">
              <a:solidFill>
                <a:schemeClr val="bg2">
                  <a:lumMod val="75000"/>
                </a:schemeClr>
              </a:solidFill>
            </a:endParaRPr>
          </a:p>
        </p:txBody>
      </p:sp>
      <p:sp>
        <p:nvSpPr>
          <p:cNvPr id="3" name="Text Placeholder 2">
            <a:extLst>
              <a:ext uri="{FF2B5EF4-FFF2-40B4-BE49-F238E27FC236}">
                <a16:creationId xmlns:a16="http://schemas.microsoft.com/office/drawing/2014/main" id="{56D20786-2BE1-A7AB-35A9-876A63301BF7}"/>
              </a:ext>
            </a:extLst>
          </p:cNvPr>
          <p:cNvSpPr>
            <a:spLocks noGrp="1"/>
          </p:cNvSpPr>
          <p:nvPr>
            <p:ph type="body" sz="quarter" idx="15"/>
          </p:nvPr>
        </p:nvSpPr>
        <p:spPr/>
        <p:txBody>
          <a:bodyPr lIns="91440" tIns="45720" rIns="91440" bIns="45720" anchor="t"/>
          <a:lstStyle/>
          <a:p>
            <a:r>
              <a:rPr lang="en-US">
                <a:latin typeface="Poppins"/>
                <a:cs typeface="Poppins"/>
              </a:rPr>
              <a:t>Engaged in the Ecosystem</a:t>
            </a:r>
            <a:endParaRPr lang="en-US"/>
          </a:p>
        </p:txBody>
      </p:sp>
      <p:sp>
        <p:nvSpPr>
          <p:cNvPr id="4" name="Text Placeholder 3">
            <a:extLst>
              <a:ext uri="{FF2B5EF4-FFF2-40B4-BE49-F238E27FC236}">
                <a16:creationId xmlns:a16="http://schemas.microsoft.com/office/drawing/2014/main" id="{AC790786-3F2C-BB96-0F2D-85D084C305F5}"/>
              </a:ext>
            </a:extLst>
          </p:cNvPr>
          <p:cNvSpPr>
            <a:spLocks noGrp="1"/>
          </p:cNvSpPr>
          <p:nvPr>
            <p:ph type="body" sz="quarter" idx="16"/>
          </p:nvPr>
        </p:nvSpPr>
        <p:spPr/>
        <p:txBody>
          <a:bodyPr lIns="91440" tIns="45720" rIns="91440" bIns="45720" anchor="t"/>
          <a:lstStyle/>
          <a:p>
            <a:r>
              <a:rPr lang="en-US" b="1">
                <a:latin typeface="Poppins"/>
                <a:cs typeface="Poppins"/>
              </a:rPr>
              <a:t>Partners</a:t>
            </a:r>
            <a:endParaRPr lang="en-US" b="1"/>
          </a:p>
        </p:txBody>
      </p:sp>
      <p:sp>
        <p:nvSpPr>
          <p:cNvPr id="5" name="Text Placeholder 4">
            <a:extLst>
              <a:ext uri="{FF2B5EF4-FFF2-40B4-BE49-F238E27FC236}">
                <a16:creationId xmlns:a16="http://schemas.microsoft.com/office/drawing/2014/main" id="{436BD08E-14EB-CA86-937A-E1551C731141}"/>
              </a:ext>
            </a:extLst>
          </p:cNvPr>
          <p:cNvSpPr>
            <a:spLocks noGrp="1"/>
          </p:cNvSpPr>
          <p:nvPr>
            <p:ph type="body" sz="quarter" idx="17"/>
          </p:nvPr>
        </p:nvSpPr>
        <p:spPr/>
        <p:txBody>
          <a:bodyPr lIns="91440" tIns="45720" rIns="91440" bIns="45720" anchor="t"/>
          <a:lstStyle/>
          <a:p>
            <a:pPr>
              <a:lnSpc>
                <a:spcPts val="2800"/>
              </a:lnSpc>
            </a:pPr>
            <a:r>
              <a:rPr lang="en-US">
                <a:latin typeface="Aptos"/>
                <a:cs typeface="Poppins"/>
              </a:rPr>
              <a:t>&gt; AMD</a:t>
            </a:r>
            <a:br>
              <a:rPr lang="en-US">
                <a:latin typeface="Aptos"/>
                <a:cs typeface="Poppins"/>
              </a:rPr>
            </a:br>
            <a:r>
              <a:rPr lang="en-US">
                <a:solidFill>
                  <a:schemeClr val="tx2"/>
                </a:solidFill>
                <a:latin typeface="Aptos"/>
                <a:cs typeface="Poppins"/>
              </a:rPr>
              <a:t>&gt; Arm Holdings </a:t>
            </a:r>
            <a:endParaRPr lang="en-US">
              <a:solidFill>
                <a:schemeClr val="tx2"/>
              </a:solidFill>
            </a:endParaRPr>
          </a:p>
          <a:p>
            <a:pPr>
              <a:lnSpc>
                <a:spcPts val="2800"/>
              </a:lnSpc>
            </a:pPr>
            <a:r>
              <a:rPr lang="en-US">
                <a:solidFill>
                  <a:schemeClr val="tx2"/>
                </a:solidFill>
                <a:latin typeface="Aptos"/>
                <a:cs typeface="Poppins"/>
              </a:rPr>
              <a:t>&gt; Canonical</a:t>
            </a:r>
            <a:endParaRPr lang="en-US">
              <a:solidFill>
                <a:schemeClr val="tx2"/>
              </a:solidFill>
              <a:latin typeface="Aptos"/>
            </a:endParaRPr>
          </a:p>
          <a:p>
            <a:pPr>
              <a:lnSpc>
                <a:spcPts val="2800"/>
              </a:lnSpc>
            </a:pPr>
            <a:r>
              <a:rPr lang="en-US">
                <a:solidFill>
                  <a:schemeClr val="tx2"/>
                </a:solidFill>
                <a:latin typeface="Aptos"/>
                <a:cs typeface="Poppins"/>
              </a:rPr>
              <a:t>&gt; IBM</a:t>
            </a:r>
            <a:br>
              <a:rPr lang="en-US">
                <a:latin typeface="Aptos"/>
                <a:cs typeface="Poppins"/>
              </a:rPr>
            </a:br>
            <a:r>
              <a:rPr lang="en-US">
                <a:solidFill>
                  <a:schemeClr val="tx2"/>
                </a:solidFill>
                <a:latin typeface="Aptos"/>
                <a:cs typeface="Poppins"/>
              </a:rPr>
              <a:t>&gt; Intel</a:t>
            </a:r>
            <a:endParaRPr lang="en-US">
              <a:solidFill>
                <a:schemeClr val="tx2"/>
              </a:solidFill>
              <a:latin typeface="Aptos"/>
            </a:endParaRPr>
          </a:p>
          <a:p>
            <a:pPr>
              <a:lnSpc>
                <a:spcPts val="2800"/>
              </a:lnSpc>
            </a:pPr>
            <a:r>
              <a:rPr lang="en-US">
                <a:solidFill>
                  <a:schemeClr val="tx2"/>
                </a:solidFill>
                <a:latin typeface="Aptos"/>
                <a:cs typeface="Poppins"/>
              </a:rPr>
              <a:t>&gt; Red Hat</a:t>
            </a:r>
          </a:p>
          <a:p>
            <a:pPr>
              <a:lnSpc>
                <a:spcPts val="2800"/>
              </a:lnSpc>
            </a:pPr>
            <a:r>
              <a:rPr lang="en-US">
                <a:solidFill>
                  <a:schemeClr val="tx2"/>
                </a:solidFill>
                <a:latin typeface="Aptos"/>
                <a:cs typeface="Poppins"/>
              </a:rPr>
              <a:t>&gt; Samsung</a:t>
            </a:r>
            <a:endParaRPr lang="en-US">
              <a:solidFill>
                <a:schemeClr val="tx2"/>
              </a:solidFill>
            </a:endParaRPr>
          </a:p>
        </p:txBody>
      </p:sp>
      <p:sp>
        <p:nvSpPr>
          <p:cNvPr id="6" name="Text Placeholder 5">
            <a:extLst>
              <a:ext uri="{FF2B5EF4-FFF2-40B4-BE49-F238E27FC236}">
                <a16:creationId xmlns:a16="http://schemas.microsoft.com/office/drawing/2014/main" id="{2BEBE07E-C9A8-E789-2DD1-FD6E3C924134}"/>
              </a:ext>
            </a:extLst>
          </p:cNvPr>
          <p:cNvSpPr>
            <a:spLocks noGrp="1"/>
          </p:cNvSpPr>
          <p:nvPr>
            <p:ph type="body" sz="quarter" idx="18"/>
          </p:nvPr>
        </p:nvSpPr>
        <p:spPr/>
        <p:txBody>
          <a:bodyPr lIns="91440" tIns="45720" rIns="91440" bIns="45720" anchor="t"/>
          <a:lstStyle/>
          <a:p>
            <a:r>
              <a:rPr lang="en-US" b="1">
                <a:latin typeface="Poppins"/>
                <a:cs typeface="Poppins"/>
              </a:rPr>
              <a:t>Container Images</a:t>
            </a:r>
            <a:endParaRPr lang="en-US" b="1"/>
          </a:p>
        </p:txBody>
      </p:sp>
      <p:sp>
        <p:nvSpPr>
          <p:cNvPr id="7" name="Text Placeholder 6">
            <a:extLst>
              <a:ext uri="{FF2B5EF4-FFF2-40B4-BE49-F238E27FC236}">
                <a16:creationId xmlns:a16="http://schemas.microsoft.com/office/drawing/2014/main" id="{38DA67BC-166D-030C-3AF0-8EAF62A3E905}"/>
              </a:ext>
            </a:extLst>
          </p:cNvPr>
          <p:cNvSpPr>
            <a:spLocks noGrp="1"/>
          </p:cNvSpPr>
          <p:nvPr>
            <p:ph type="body" sz="quarter" idx="19"/>
          </p:nvPr>
        </p:nvSpPr>
        <p:spPr/>
        <p:txBody>
          <a:bodyPr lIns="91440" tIns="45720" rIns="91440" bIns="45720" anchor="t"/>
          <a:lstStyle/>
          <a:p>
            <a:pPr>
              <a:lnSpc>
                <a:spcPts val="2800"/>
              </a:lnSpc>
            </a:pPr>
            <a:r>
              <a:rPr lang="en-US">
                <a:solidFill>
                  <a:schemeClr val="tx2"/>
                </a:solidFill>
                <a:latin typeface="Aptos"/>
                <a:cs typeface="Poppins"/>
              </a:rPr>
              <a:t>&gt; Alpine</a:t>
            </a:r>
            <a:endParaRPr lang="en-US">
              <a:solidFill>
                <a:schemeClr val="tx2"/>
              </a:solidFill>
              <a:latin typeface="Aptos" panose="020B0004020202020204" pitchFamily="34" charset="0"/>
            </a:endParaRPr>
          </a:p>
          <a:p>
            <a:pPr>
              <a:lnSpc>
                <a:spcPts val="2800"/>
              </a:lnSpc>
            </a:pPr>
            <a:r>
              <a:rPr lang="en-US">
                <a:solidFill>
                  <a:schemeClr val="tx2"/>
                </a:solidFill>
                <a:latin typeface="Aptos"/>
                <a:cs typeface="Poppins"/>
              </a:rPr>
              <a:t>&gt; Ubuntu</a:t>
            </a:r>
            <a:endParaRPr lang="en-US">
              <a:solidFill>
                <a:schemeClr val="tx2"/>
              </a:solidFill>
              <a:latin typeface="Aptos"/>
            </a:endParaRPr>
          </a:p>
        </p:txBody>
      </p:sp>
      <p:sp>
        <p:nvSpPr>
          <p:cNvPr id="8" name="Text Placeholder 7">
            <a:extLst>
              <a:ext uri="{FF2B5EF4-FFF2-40B4-BE49-F238E27FC236}">
                <a16:creationId xmlns:a16="http://schemas.microsoft.com/office/drawing/2014/main" id="{064634E7-4754-79FD-076F-A6DF477C6F04}"/>
              </a:ext>
            </a:extLst>
          </p:cNvPr>
          <p:cNvSpPr>
            <a:spLocks noGrp="1"/>
          </p:cNvSpPr>
          <p:nvPr>
            <p:ph type="body" sz="quarter" idx="20"/>
          </p:nvPr>
        </p:nvSpPr>
        <p:spPr/>
        <p:txBody>
          <a:bodyPr lIns="91440" tIns="45720" rIns="91440" bIns="45720" anchor="t"/>
          <a:lstStyle/>
          <a:p>
            <a:r>
              <a:rPr lang="en-US" b="1">
                <a:latin typeface="Poppins"/>
                <a:cs typeface="Poppins"/>
              </a:rPr>
              <a:t>Supporting partners </a:t>
            </a:r>
            <a:endParaRPr lang="en-US" b="1"/>
          </a:p>
        </p:txBody>
      </p:sp>
      <p:sp>
        <p:nvSpPr>
          <p:cNvPr id="9" name="Text Placeholder 8">
            <a:extLst>
              <a:ext uri="{FF2B5EF4-FFF2-40B4-BE49-F238E27FC236}">
                <a16:creationId xmlns:a16="http://schemas.microsoft.com/office/drawing/2014/main" id="{6DE0A75E-D28E-C711-3C2F-F0650D1731E4}"/>
              </a:ext>
            </a:extLst>
          </p:cNvPr>
          <p:cNvSpPr>
            <a:spLocks noGrp="1"/>
          </p:cNvSpPr>
          <p:nvPr>
            <p:ph type="body" sz="quarter" idx="21"/>
          </p:nvPr>
        </p:nvSpPr>
        <p:spPr>
          <a:xfrm>
            <a:off x="5996971" y="7071516"/>
            <a:ext cx="3638520" cy="1318858"/>
          </a:xfrm>
        </p:spPr>
        <p:txBody>
          <a:bodyPr lIns="91440" tIns="45720" rIns="91440" bIns="45720" anchor="t"/>
          <a:lstStyle/>
          <a:p>
            <a:r>
              <a:rPr lang="en-US">
                <a:solidFill>
                  <a:schemeClr val="tx2"/>
                </a:solidFill>
                <a:latin typeface="Aptos"/>
                <a:cs typeface="Poppins"/>
              </a:rPr>
              <a:t>Partners sometimes need support to be successful helping our shared users. </a:t>
            </a:r>
            <a:br>
              <a:rPr lang="en-US">
                <a:solidFill>
                  <a:schemeClr val="tx2"/>
                </a:solidFill>
                <a:latin typeface="Aptos"/>
                <a:cs typeface="Poppins"/>
              </a:rPr>
            </a:br>
            <a:r>
              <a:rPr lang="en-US">
                <a:solidFill>
                  <a:schemeClr val="tx2"/>
                </a:solidFill>
                <a:latin typeface="Aptos"/>
                <a:cs typeface="Poppins"/>
              </a:rPr>
              <a:t>We do that.</a:t>
            </a:r>
            <a:endParaRPr lang="en-US">
              <a:solidFill>
                <a:schemeClr val="tx2"/>
              </a:solidFill>
              <a:latin typeface="Aptos"/>
            </a:endParaRPr>
          </a:p>
        </p:txBody>
      </p:sp>
      <p:sp>
        <p:nvSpPr>
          <p:cNvPr id="10" name="Text Placeholder 9">
            <a:extLst>
              <a:ext uri="{FF2B5EF4-FFF2-40B4-BE49-F238E27FC236}">
                <a16:creationId xmlns:a16="http://schemas.microsoft.com/office/drawing/2014/main" id="{832F55BA-C763-E96E-734A-B2169E69334B}"/>
              </a:ext>
            </a:extLst>
          </p:cNvPr>
          <p:cNvSpPr>
            <a:spLocks noGrp="1"/>
          </p:cNvSpPr>
          <p:nvPr>
            <p:ph type="body" sz="quarter" idx="22"/>
          </p:nvPr>
        </p:nvSpPr>
        <p:spPr/>
        <p:txBody>
          <a:bodyPr lIns="91440" tIns="45720" rIns="91440" bIns="45720" anchor="t"/>
          <a:lstStyle/>
          <a:p>
            <a:r>
              <a:rPr lang="en-US" b="1">
                <a:latin typeface="Poppins"/>
                <a:cs typeface="Poppins"/>
              </a:rPr>
              <a:t>Distro compatibility</a:t>
            </a:r>
            <a:endParaRPr lang="en-US" b="1">
              <a:solidFill>
                <a:srgbClr val="000000"/>
              </a:solidFill>
              <a:latin typeface="Poppins"/>
              <a:cs typeface="Poppins"/>
            </a:endParaRPr>
          </a:p>
          <a:p>
            <a:endParaRPr lang="en-US"/>
          </a:p>
        </p:txBody>
      </p:sp>
      <p:sp>
        <p:nvSpPr>
          <p:cNvPr id="11" name="Text Placeholder 10">
            <a:extLst>
              <a:ext uri="{FF2B5EF4-FFF2-40B4-BE49-F238E27FC236}">
                <a16:creationId xmlns:a16="http://schemas.microsoft.com/office/drawing/2014/main" id="{D88E747E-11FA-5730-397C-886A1A1123D6}"/>
              </a:ext>
            </a:extLst>
          </p:cNvPr>
          <p:cNvSpPr>
            <a:spLocks noGrp="1"/>
          </p:cNvSpPr>
          <p:nvPr>
            <p:ph type="body" sz="quarter" idx="23"/>
          </p:nvPr>
        </p:nvSpPr>
        <p:spPr/>
        <p:txBody>
          <a:bodyPr lIns="91440" tIns="45720" rIns="91440" bIns="45720" anchor="t"/>
          <a:lstStyle/>
          <a:p>
            <a:r>
              <a:rPr lang="en-US">
                <a:solidFill>
                  <a:schemeClr val="tx2"/>
                </a:solidFill>
                <a:latin typeface="Aptos"/>
                <a:cs typeface="Segoe UI"/>
              </a:rPr>
              <a:t>.NET (from Microsoft) is built to work well across the broad Linux ecosystem. This means working on both old and new distros while providing the best and most secure functionality on both. </a:t>
            </a:r>
          </a:p>
          <a:p>
            <a:endParaRPr lang="en-US">
              <a:solidFill>
                <a:srgbClr val="000000"/>
              </a:solidFill>
              <a:latin typeface="Aptos"/>
              <a:cs typeface="Segoe UI"/>
            </a:endParaRPr>
          </a:p>
          <a:p>
            <a:endParaRPr lang="en-US">
              <a:solidFill>
                <a:srgbClr val="1F1E31"/>
              </a:solidFill>
              <a:latin typeface="Aptos"/>
              <a:cs typeface="Segoe UI"/>
            </a:endParaRPr>
          </a:p>
        </p:txBody>
      </p:sp>
      <p:sp>
        <p:nvSpPr>
          <p:cNvPr id="12" name="Text Placeholder 11">
            <a:extLst>
              <a:ext uri="{FF2B5EF4-FFF2-40B4-BE49-F238E27FC236}">
                <a16:creationId xmlns:a16="http://schemas.microsoft.com/office/drawing/2014/main" id="{C0DD4799-1BB8-1F89-82D1-539753B62E75}"/>
              </a:ext>
            </a:extLst>
          </p:cNvPr>
          <p:cNvSpPr>
            <a:spLocks noGrp="1"/>
          </p:cNvSpPr>
          <p:nvPr>
            <p:ph type="body" sz="quarter" idx="24"/>
          </p:nvPr>
        </p:nvSpPr>
        <p:spPr>
          <a:xfrm>
            <a:off x="14938617" y="3423965"/>
            <a:ext cx="3518818" cy="439738"/>
          </a:xfrm>
        </p:spPr>
        <p:txBody>
          <a:bodyPr lIns="91440" tIns="45720" rIns="91440" bIns="45720" anchor="t"/>
          <a:lstStyle/>
          <a:p>
            <a:r>
              <a:rPr lang="en-US" b="1">
                <a:latin typeface="Poppins"/>
                <a:cs typeface="Poppins"/>
              </a:rPr>
              <a:t>dotnet/dotnet (VMR)</a:t>
            </a:r>
            <a:endParaRPr lang="en-US" b="1"/>
          </a:p>
        </p:txBody>
      </p:sp>
      <p:sp>
        <p:nvSpPr>
          <p:cNvPr id="13" name="Text Placeholder 12">
            <a:extLst>
              <a:ext uri="{FF2B5EF4-FFF2-40B4-BE49-F238E27FC236}">
                <a16:creationId xmlns:a16="http://schemas.microsoft.com/office/drawing/2014/main" id="{81C5F88A-56EB-2381-9D97-3C519ACB98BA}"/>
              </a:ext>
            </a:extLst>
          </p:cNvPr>
          <p:cNvSpPr>
            <a:spLocks noGrp="1"/>
          </p:cNvSpPr>
          <p:nvPr>
            <p:ph type="body" sz="quarter" idx="25"/>
          </p:nvPr>
        </p:nvSpPr>
        <p:spPr/>
        <p:txBody>
          <a:bodyPr lIns="91440" tIns="45720" rIns="91440" bIns="45720" anchor="t"/>
          <a:lstStyle/>
          <a:p>
            <a:r>
              <a:rPr lang="en-US">
                <a:solidFill>
                  <a:schemeClr val="tx2"/>
                </a:solidFill>
                <a:latin typeface="Aptos"/>
                <a:cs typeface="Poppins"/>
              </a:rPr>
              <a:t>One-stop-shop for building the .NET SDK. Direct result of partner requests and engagement.</a:t>
            </a:r>
            <a:endParaRPr lang="en-US">
              <a:solidFill>
                <a:schemeClr val="tx2"/>
              </a:solidFill>
              <a:latin typeface="Aptos"/>
            </a:endParaRPr>
          </a:p>
        </p:txBody>
      </p:sp>
      <p:sp>
        <p:nvSpPr>
          <p:cNvPr id="14" name="Text Placeholder 13">
            <a:extLst>
              <a:ext uri="{FF2B5EF4-FFF2-40B4-BE49-F238E27FC236}">
                <a16:creationId xmlns:a16="http://schemas.microsoft.com/office/drawing/2014/main" id="{1130AA91-BBBA-8265-8AA9-F6A741ACCEE4}"/>
              </a:ext>
            </a:extLst>
          </p:cNvPr>
          <p:cNvSpPr>
            <a:spLocks noGrp="1"/>
          </p:cNvSpPr>
          <p:nvPr>
            <p:ph type="body" sz="quarter" idx="26"/>
          </p:nvPr>
        </p:nvSpPr>
        <p:spPr/>
        <p:txBody>
          <a:bodyPr lIns="91440" tIns="45720" rIns="91440" bIns="45720" anchor="t"/>
          <a:lstStyle/>
          <a:p>
            <a:r>
              <a:rPr lang="en-US" b="1">
                <a:latin typeface="Poppins"/>
                <a:cs typeface="Poppins"/>
              </a:rPr>
              <a:t>Distro rules</a:t>
            </a:r>
            <a:endParaRPr lang="en-US" b="1"/>
          </a:p>
        </p:txBody>
      </p:sp>
      <p:sp>
        <p:nvSpPr>
          <p:cNvPr id="15" name="Text Placeholder 14">
            <a:extLst>
              <a:ext uri="{FF2B5EF4-FFF2-40B4-BE49-F238E27FC236}">
                <a16:creationId xmlns:a16="http://schemas.microsoft.com/office/drawing/2014/main" id="{DC255D31-14EC-A4AF-C53F-D6118F99D23B}"/>
              </a:ext>
            </a:extLst>
          </p:cNvPr>
          <p:cNvSpPr>
            <a:spLocks noGrp="1"/>
          </p:cNvSpPr>
          <p:nvPr>
            <p:ph type="body" sz="quarter" idx="27"/>
          </p:nvPr>
        </p:nvSpPr>
        <p:spPr/>
        <p:txBody>
          <a:bodyPr lIns="91440" tIns="45720" rIns="91440" bIns="45720" anchor="t"/>
          <a:lstStyle/>
          <a:p>
            <a:r>
              <a:rPr lang="en-US">
                <a:solidFill>
                  <a:schemeClr val="tx2"/>
                </a:solidFill>
                <a:latin typeface="Aptos"/>
                <a:cs typeface="Poppins"/>
              </a:rPr>
              <a:t>Distros have a set of strict rules that dev platforms must abide by. We apply those to our process to make dotnet package inclusion possible and practical.</a:t>
            </a:r>
            <a:endParaRPr lang="en-US">
              <a:solidFill>
                <a:schemeClr val="tx2"/>
              </a:solidFill>
              <a:latin typeface="Aptos"/>
            </a:endParaRPr>
          </a:p>
        </p:txBody>
      </p:sp>
      <p:sp>
        <p:nvSpPr>
          <p:cNvPr id="16" name="Text Placeholder 15">
            <a:extLst>
              <a:ext uri="{FF2B5EF4-FFF2-40B4-BE49-F238E27FC236}">
                <a16:creationId xmlns:a16="http://schemas.microsoft.com/office/drawing/2014/main" id="{2DF7D362-F2F4-9F4B-C9AE-028E0CBBA85B}"/>
              </a:ext>
            </a:extLst>
          </p:cNvPr>
          <p:cNvSpPr>
            <a:spLocks noGrp="1"/>
          </p:cNvSpPr>
          <p:nvPr>
            <p:ph type="body" sz="quarter" idx="28"/>
          </p:nvPr>
        </p:nvSpPr>
        <p:spPr/>
        <p:txBody>
          <a:bodyPr lIns="91440" tIns="45720" rIns="91440" bIns="45720" anchor="t"/>
          <a:lstStyle/>
          <a:p>
            <a:r>
              <a:rPr lang="en-US" b="1">
                <a:latin typeface="Poppins"/>
                <a:cs typeface="Poppins"/>
              </a:rPr>
              <a:t>Linux packages</a:t>
            </a:r>
            <a:endParaRPr lang="en-US" b="1"/>
          </a:p>
        </p:txBody>
      </p:sp>
      <p:sp>
        <p:nvSpPr>
          <p:cNvPr id="17" name="Text Placeholder 16">
            <a:extLst>
              <a:ext uri="{FF2B5EF4-FFF2-40B4-BE49-F238E27FC236}">
                <a16:creationId xmlns:a16="http://schemas.microsoft.com/office/drawing/2014/main" id="{96CD35E8-6339-38F1-AD97-00CF9C4BF052}"/>
              </a:ext>
            </a:extLst>
          </p:cNvPr>
          <p:cNvSpPr>
            <a:spLocks noGrp="1"/>
          </p:cNvSpPr>
          <p:nvPr>
            <p:ph type="body" sz="quarter" idx="29"/>
          </p:nvPr>
        </p:nvSpPr>
        <p:spPr/>
        <p:txBody>
          <a:bodyPr lIns="91440" tIns="45720" rIns="91440" bIns="45720" anchor="t"/>
          <a:lstStyle/>
          <a:p>
            <a:pPr>
              <a:lnSpc>
                <a:spcPts val="2800"/>
              </a:lnSpc>
            </a:pPr>
            <a:r>
              <a:rPr lang="en-US">
                <a:solidFill>
                  <a:schemeClr val="tx2"/>
                </a:solidFill>
                <a:latin typeface="Aptos"/>
                <a:cs typeface="Poppins"/>
              </a:rPr>
              <a:t>&gt; Debian</a:t>
            </a:r>
            <a:endParaRPr lang="en-US">
              <a:solidFill>
                <a:schemeClr val="tx2"/>
              </a:solidFill>
              <a:latin typeface="Aptos"/>
            </a:endParaRPr>
          </a:p>
          <a:p>
            <a:pPr>
              <a:lnSpc>
                <a:spcPts val="2800"/>
              </a:lnSpc>
            </a:pPr>
            <a:r>
              <a:rPr lang="en-US">
                <a:solidFill>
                  <a:schemeClr val="tx2"/>
                </a:solidFill>
                <a:latin typeface="Aptos"/>
                <a:cs typeface="Poppins"/>
              </a:rPr>
              <a:t>&gt; openSUSE</a:t>
            </a:r>
            <a:endParaRPr lang="en-US">
              <a:solidFill>
                <a:schemeClr val="tx2"/>
              </a:solidFill>
              <a:latin typeface="Aptos" panose="020B0004020202020204" pitchFamily="34" charset="0"/>
            </a:endParaRPr>
          </a:p>
          <a:p>
            <a:pPr>
              <a:lnSpc>
                <a:spcPts val="2800"/>
              </a:lnSpc>
            </a:pPr>
            <a:r>
              <a:rPr lang="en-US">
                <a:solidFill>
                  <a:schemeClr val="tx2"/>
                </a:solidFill>
                <a:latin typeface="Aptos"/>
                <a:cs typeface="Poppins"/>
              </a:rPr>
              <a:t>&gt; SLES</a:t>
            </a:r>
            <a:endParaRPr lang="en-US">
              <a:solidFill>
                <a:schemeClr val="tx2"/>
              </a:solidFill>
              <a:latin typeface="Aptos" panose="020B0004020202020204" pitchFamily="34" charset="0"/>
            </a:endParaRPr>
          </a:p>
        </p:txBody>
      </p:sp>
      <p:sp>
        <p:nvSpPr>
          <p:cNvPr id="18" name="Text Placeholder 17">
            <a:extLst>
              <a:ext uri="{FF2B5EF4-FFF2-40B4-BE49-F238E27FC236}">
                <a16:creationId xmlns:a16="http://schemas.microsoft.com/office/drawing/2014/main" id="{6C5AB2FC-5882-84FB-29EE-A7738208A3A0}"/>
              </a:ext>
            </a:extLst>
          </p:cNvPr>
          <p:cNvSpPr>
            <a:spLocks noGrp="1"/>
          </p:cNvSpPr>
          <p:nvPr>
            <p:ph type="body" sz="quarter" idx="30"/>
          </p:nvPr>
        </p:nvSpPr>
        <p:spPr/>
        <p:txBody>
          <a:bodyPr lIns="91440" tIns="45720" rIns="91440" bIns="45720" anchor="t"/>
          <a:lstStyle/>
          <a:p>
            <a:r>
              <a:rPr lang="en-US" b="1">
                <a:latin typeface="Poppins"/>
                <a:cs typeface="Poppins"/>
              </a:rPr>
              <a:t>.NET Security Group</a:t>
            </a:r>
            <a:endParaRPr lang="en-US" b="1"/>
          </a:p>
        </p:txBody>
      </p:sp>
      <p:sp>
        <p:nvSpPr>
          <p:cNvPr id="19" name="Text Placeholder 18">
            <a:extLst>
              <a:ext uri="{FF2B5EF4-FFF2-40B4-BE49-F238E27FC236}">
                <a16:creationId xmlns:a16="http://schemas.microsoft.com/office/drawing/2014/main" id="{850F954D-01ED-F843-BC43-C0BBCED795CE}"/>
              </a:ext>
            </a:extLst>
          </p:cNvPr>
          <p:cNvSpPr>
            <a:spLocks noGrp="1"/>
          </p:cNvSpPr>
          <p:nvPr>
            <p:ph type="body" sz="quarter" idx="31"/>
          </p:nvPr>
        </p:nvSpPr>
        <p:spPr/>
        <p:txBody>
          <a:bodyPr lIns="91440" tIns="45720" rIns="91440" bIns="45720" anchor="t"/>
          <a:lstStyle/>
          <a:p>
            <a:r>
              <a:rPr lang="en-US">
                <a:solidFill>
                  <a:schemeClr val="tx2"/>
                </a:solidFill>
                <a:latin typeface="Aptos"/>
                <a:cs typeface="Poppins"/>
              </a:rPr>
              <a:t>Microsoft shares vulnerability information with the .NET Security Group prior to public disclosure to enable members to build, validate, and publish packages at the same time as Microsoft.</a:t>
            </a:r>
          </a:p>
          <a:p>
            <a:endParaRPr lang="en-US">
              <a:solidFill>
                <a:schemeClr val="tx2"/>
              </a:solidFill>
              <a:latin typeface="Aptos" panose="020B0004020202020204" pitchFamily="34" charset="0"/>
            </a:endParaRPr>
          </a:p>
        </p:txBody>
      </p:sp>
      <p:sp>
        <p:nvSpPr>
          <p:cNvPr id="20" name="Text Placeholder 19">
            <a:extLst>
              <a:ext uri="{FF2B5EF4-FFF2-40B4-BE49-F238E27FC236}">
                <a16:creationId xmlns:a16="http://schemas.microsoft.com/office/drawing/2014/main" id="{0CBF0708-799A-134D-BA06-74E4C0949436}"/>
              </a:ext>
            </a:extLst>
          </p:cNvPr>
          <p:cNvSpPr>
            <a:spLocks noGrp="1"/>
          </p:cNvSpPr>
          <p:nvPr>
            <p:ph type="body" sz="quarter" idx="32"/>
          </p:nvPr>
        </p:nvSpPr>
        <p:spPr/>
        <p:txBody>
          <a:bodyPr lIns="91440" tIns="45720" rIns="91440" bIns="45720" anchor="t"/>
          <a:lstStyle/>
          <a:p>
            <a:r>
              <a:rPr lang="en-US" b="1">
                <a:latin typeface="Poppins"/>
                <a:cs typeface="Poppins"/>
              </a:rPr>
              <a:t>Upstream culture</a:t>
            </a:r>
            <a:endParaRPr lang="en-US" b="1"/>
          </a:p>
        </p:txBody>
      </p:sp>
      <p:sp>
        <p:nvSpPr>
          <p:cNvPr id="21" name="Text Placeholder 20">
            <a:extLst>
              <a:ext uri="{FF2B5EF4-FFF2-40B4-BE49-F238E27FC236}">
                <a16:creationId xmlns:a16="http://schemas.microsoft.com/office/drawing/2014/main" id="{D4BB4A4F-19D4-84D5-6B98-E9F916ED4708}"/>
              </a:ext>
            </a:extLst>
          </p:cNvPr>
          <p:cNvSpPr>
            <a:spLocks noGrp="1"/>
          </p:cNvSpPr>
          <p:nvPr>
            <p:ph type="body" sz="quarter" idx="33"/>
          </p:nvPr>
        </p:nvSpPr>
        <p:spPr/>
        <p:txBody>
          <a:bodyPr lIns="91440" tIns="45720" rIns="91440" bIns="45720" anchor="t"/>
          <a:lstStyle/>
          <a:p>
            <a:r>
              <a:rPr lang="en-US">
                <a:solidFill>
                  <a:schemeClr val="tx2"/>
                </a:solidFill>
                <a:latin typeface="Aptos"/>
                <a:cs typeface="Poppins"/>
              </a:rPr>
              <a:t>Developer ecosystems are often more successful when the upstream project is welcoming of contributions and code. We accept ports and experiments, primarily in dotnet/runtime and dotnet/runtimelab. These policies encourage innovation and contribution and reduce the overall costs of moving the platform forward.</a:t>
            </a:r>
            <a:endParaRPr lang="en-US">
              <a:solidFill>
                <a:schemeClr val="tx2"/>
              </a:solidFill>
              <a:latin typeface="Aptos"/>
            </a:endParaRPr>
          </a:p>
        </p:txBody>
      </p:sp>
    </p:spTree>
    <p:extLst>
      <p:ext uri="{BB962C8B-B14F-4D97-AF65-F5344CB8AC3E}">
        <p14:creationId xmlns:p14="http://schemas.microsoft.com/office/powerpoint/2010/main" val="4004367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791FD291-7C4C-7F5A-54A5-2D4CCA065EF8}"/>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D4FCE083-F36C-685B-C5B2-5AF9104060AC}"/>
              </a:ext>
            </a:extLst>
          </p:cNvPr>
          <p:cNvSpPr/>
          <p:nvPr/>
        </p:nvSpPr>
        <p:spPr>
          <a:xfrm>
            <a:off x="114056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3" name="Rounded Rectangle 12">
            <a:extLst>
              <a:ext uri="{FF2B5EF4-FFF2-40B4-BE49-F238E27FC236}">
                <a16:creationId xmlns:a16="http://schemas.microsoft.com/office/drawing/2014/main" id="{455B25FF-9A60-4F2D-1DF2-F6F2CC2F30EB}"/>
              </a:ext>
            </a:extLst>
          </p:cNvPr>
          <p:cNvSpPr/>
          <p:nvPr/>
        </p:nvSpPr>
        <p:spPr>
          <a:xfrm>
            <a:off x="8598641"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4" name="Rounded Rectangle 13">
            <a:extLst>
              <a:ext uri="{FF2B5EF4-FFF2-40B4-BE49-F238E27FC236}">
                <a16:creationId xmlns:a16="http://schemas.microsoft.com/office/drawing/2014/main" id="{7E6533A4-9D7B-AE8E-1CEA-3A5F959B98B7}"/>
              </a:ext>
            </a:extLst>
          </p:cNvPr>
          <p:cNvSpPr/>
          <p:nvPr/>
        </p:nvSpPr>
        <p:spPr>
          <a:xfrm>
            <a:off x="1605671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2" name="Text Placeholder 1">
            <a:extLst>
              <a:ext uri="{FF2B5EF4-FFF2-40B4-BE49-F238E27FC236}">
                <a16:creationId xmlns:a16="http://schemas.microsoft.com/office/drawing/2014/main" id="{39750B07-82EF-591F-6352-87EBFED63B86}"/>
              </a:ext>
            </a:extLst>
          </p:cNvPr>
          <p:cNvSpPr>
            <a:spLocks noGrp="1"/>
          </p:cNvSpPr>
          <p:nvPr>
            <p:ph type="body" sz="quarter" idx="12"/>
          </p:nvPr>
        </p:nvSpPr>
        <p:spPr/>
        <p:txBody>
          <a:bodyPr lIns="91440" tIns="45720" rIns="91440" bIns="45720" anchor="t"/>
          <a:lstStyle/>
          <a:p>
            <a:r>
              <a:rPr lang="en-US">
                <a:latin typeface="Poppins"/>
                <a:cs typeface="Poppins"/>
              </a:rPr>
              <a:t>Enterprise Linux</a:t>
            </a:r>
            <a:endParaRPr lang="en-US"/>
          </a:p>
        </p:txBody>
      </p:sp>
      <p:sp>
        <p:nvSpPr>
          <p:cNvPr id="3" name="Text Placeholder 2">
            <a:extLst>
              <a:ext uri="{FF2B5EF4-FFF2-40B4-BE49-F238E27FC236}">
                <a16:creationId xmlns:a16="http://schemas.microsoft.com/office/drawing/2014/main" id="{86BF1B5C-6E9B-95AD-67B5-F22D1454518C}"/>
              </a:ext>
            </a:extLst>
          </p:cNvPr>
          <p:cNvSpPr>
            <a:spLocks noGrp="1"/>
          </p:cNvSpPr>
          <p:nvPr>
            <p:ph type="body" sz="quarter" idx="13"/>
          </p:nvPr>
        </p:nvSpPr>
        <p:spPr>
          <a:xfrm>
            <a:off x="8962126" y="7067667"/>
            <a:ext cx="6811612" cy="939800"/>
          </a:xfrm>
        </p:spPr>
        <p:txBody>
          <a:bodyPr lIns="91440" tIns="45720" rIns="91440" bIns="45720" anchor="t"/>
          <a:lstStyle/>
          <a:p>
            <a:r>
              <a:rPr lang="en-US" spc="-96">
                <a:latin typeface="Poppins"/>
                <a:cs typeface="Poppins"/>
              </a:rPr>
              <a:t>RHEL 8+</a:t>
            </a:r>
          </a:p>
          <a:p>
            <a:r>
              <a:rPr lang="en-US" spc="-96">
                <a:latin typeface="Poppins"/>
                <a:cs typeface="Poppins"/>
              </a:rPr>
              <a:t>Ubuntu 24.04+</a:t>
            </a:r>
          </a:p>
          <a:p>
            <a:r>
              <a:rPr lang="en-US" spc="-96">
                <a:latin typeface="Poppins"/>
                <a:cs typeface="Poppins"/>
              </a:rPr>
              <a:t>Snap Store</a:t>
            </a:r>
            <a:endParaRPr lang="en-US" spc="-96"/>
          </a:p>
        </p:txBody>
      </p:sp>
      <p:sp>
        <p:nvSpPr>
          <p:cNvPr id="5" name="Text Placeholder 4">
            <a:extLst>
              <a:ext uri="{FF2B5EF4-FFF2-40B4-BE49-F238E27FC236}">
                <a16:creationId xmlns:a16="http://schemas.microsoft.com/office/drawing/2014/main" id="{1CEF1912-7216-E10A-F009-7EF2EC5CBE62}"/>
              </a:ext>
            </a:extLst>
          </p:cNvPr>
          <p:cNvSpPr>
            <a:spLocks noGrp="1"/>
          </p:cNvSpPr>
          <p:nvPr>
            <p:ph type="body" sz="quarter" idx="17"/>
          </p:nvPr>
        </p:nvSpPr>
        <p:spPr/>
        <p:txBody>
          <a:bodyPr lIns="91440" tIns="45720" rIns="91440" bIns="45720" anchor="t"/>
          <a:lstStyle/>
          <a:p>
            <a:r>
              <a:rPr lang="en-US">
                <a:latin typeface="Poppins"/>
                <a:cs typeface="Poppins"/>
              </a:rPr>
              <a:t>Community</a:t>
            </a:r>
            <a:endParaRPr lang="en-US"/>
          </a:p>
        </p:txBody>
      </p:sp>
      <p:sp>
        <p:nvSpPr>
          <p:cNvPr id="6" name="Text Placeholder 5">
            <a:extLst>
              <a:ext uri="{FF2B5EF4-FFF2-40B4-BE49-F238E27FC236}">
                <a16:creationId xmlns:a16="http://schemas.microsoft.com/office/drawing/2014/main" id="{ECDB854C-4C10-4AE0-8417-4AE728175EBF}"/>
              </a:ext>
            </a:extLst>
          </p:cNvPr>
          <p:cNvSpPr>
            <a:spLocks noGrp="1"/>
          </p:cNvSpPr>
          <p:nvPr>
            <p:ph type="body" sz="quarter" idx="18"/>
          </p:nvPr>
        </p:nvSpPr>
        <p:spPr>
          <a:xfrm>
            <a:off x="16425607" y="7067667"/>
            <a:ext cx="6140138" cy="939800"/>
          </a:xfrm>
        </p:spPr>
        <p:txBody>
          <a:bodyPr lIns="91440" tIns="45720" rIns="91440" bIns="45720" anchor="t"/>
          <a:lstStyle/>
          <a:p>
            <a:r>
              <a:rPr lang="en-US" spc="-96">
                <a:latin typeface="Poppins"/>
                <a:cs typeface="Poppins"/>
              </a:rPr>
              <a:t>Arch Linux</a:t>
            </a:r>
          </a:p>
          <a:p>
            <a:r>
              <a:rPr lang="en-US" spc="-96">
                <a:latin typeface="Poppins"/>
                <a:cs typeface="Poppins"/>
              </a:rPr>
              <a:t>Centos Stream 9+</a:t>
            </a:r>
            <a:endParaRPr lang="en-US" spc="-96"/>
          </a:p>
          <a:p>
            <a:r>
              <a:rPr lang="en-US" spc="-96">
                <a:latin typeface="Poppins"/>
                <a:cs typeface="Poppins"/>
              </a:rPr>
              <a:t>Fedora 41+</a:t>
            </a:r>
          </a:p>
          <a:p>
            <a:r>
              <a:rPr lang="en-US" spc="-96">
                <a:latin typeface="Poppins"/>
                <a:cs typeface="Poppins"/>
              </a:rPr>
              <a:t>NixOS 25.05+</a:t>
            </a:r>
            <a:endParaRPr lang="en-US" spc="-96"/>
          </a:p>
        </p:txBody>
      </p:sp>
      <p:sp>
        <p:nvSpPr>
          <p:cNvPr id="8" name="Text Placeholder 7">
            <a:extLst>
              <a:ext uri="{FF2B5EF4-FFF2-40B4-BE49-F238E27FC236}">
                <a16:creationId xmlns:a16="http://schemas.microsoft.com/office/drawing/2014/main" id="{9B3812DC-1620-5B38-C8B7-5BC554343AC7}"/>
              </a:ext>
            </a:extLst>
          </p:cNvPr>
          <p:cNvSpPr>
            <a:spLocks noGrp="1"/>
          </p:cNvSpPr>
          <p:nvPr>
            <p:ph type="body" sz="quarter" idx="20"/>
          </p:nvPr>
        </p:nvSpPr>
        <p:spPr/>
        <p:txBody>
          <a:bodyPr lIns="91440" tIns="45720" rIns="91440" bIns="45720" anchor="t"/>
          <a:lstStyle/>
          <a:p>
            <a:r>
              <a:rPr lang="en-US">
                <a:latin typeface="Poppins"/>
                <a:cs typeface="Poppins"/>
              </a:rPr>
              <a:t>Microsoft (PMC)</a:t>
            </a:r>
            <a:endParaRPr lang="en-US"/>
          </a:p>
        </p:txBody>
      </p:sp>
      <p:sp>
        <p:nvSpPr>
          <p:cNvPr id="9" name="Text Placeholder 8">
            <a:extLst>
              <a:ext uri="{FF2B5EF4-FFF2-40B4-BE49-F238E27FC236}">
                <a16:creationId xmlns:a16="http://schemas.microsoft.com/office/drawing/2014/main" id="{81A84CC9-156A-4F90-B3E1-B5F9064F698C}"/>
              </a:ext>
            </a:extLst>
          </p:cNvPr>
          <p:cNvSpPr>
            <a:spLocks noGrp="1"/>
          </p:cNvSpPr>
          <p:nvPr>
            <p:ph type="body" sz="quarter" idx="21"/>
          </p:nvPr>
        </p:nvSpPr>
        <p:spPr>
          <a:xfrm>
            <a:off x="1498645" y="7067667"/>
            <a:ext cx="6704565" cy="939800"/>
          </a:xfrm>
        </p:spPr>
        <p:txBody>
          <a:bodyPr lIns="91440" tIns="45720" rIns="91440" bIns="45720" anchor="t"/>
          <a:lstStyle/>
          <a:p>
            <a:r>
              <a:rPr lang="en-US" spc="-96">
                <a:latin typeface="Poppins"/>
                <a:cs typeface="Poppins"/>
              </a:rPr>
              <a:t>Azure Linux 3+</a:t>
            </a:r>
          </a:p>
          <a:p>
            <a:r>
              <a:rPr lang="en-US" spc="-96">
                <a:latin typeface="Poppins"/>
                <a:cs typeface="Poppins"/>
              </a:rPr>
              <a:t>Debian 12+</a:t>
            </a:r>
            <a:endParaRPr lang="en-US" spc="-96"/>
          </a:p>
          <a:p>
            <a:r>
              <a:rPr lang="en-US" spc="-96">
                <a:latin typeface="Poppins"/>
                <a:cs typeface="Poppins"/>
              </a:rPr>
              <a:t>openSUSE 16+</a:t>
            </a:r>
          </a:p>
          <a:p>
            <a:r>
              <a:rPr lang="en-US" spc="-96">
                <a:latin typeface="Poppins"/>
                <a:cs typeface="Poppins"/>
              </a:rPr>
              <a:t>SUSE 15+</a:t>
            </a:r>
            <a:endParaRPr lang="en-US" spc="-96"/>
          </a:p>
          <a:p>
            <a:endParaRPr lang="en-US" spc="-96"/>
          </a:p>
        </p:txBody>
      </p:sp>
      <p:sp>
        <p:nvSpPr>
          <p:cNvPr id="10" name="Text Placeholder 9">
            <a:extLst>
              <a:ext uri="{FF2B5EF4-FFF2-40B4-BE49-F238E27FC236}">
                <a16:creationId xmlns:a16="http://schemas.microsoft.com/office/drawing/2014/main" id="{1F728B44-1873-AD2F-6DA4-4DF5E5E9F219}"/>
              </a:ext>
            </a:extLst>
          </p:cNvPr>
          <p:cNvSpPr>
            <a:spLocks noGrp="1"/>
          </p:cNvSpPr>
          <p:nvPr>
            <p:ph type="body" sz="quarter" idx="10"/>
          </p:nvPr>
        </p:nvSpPr>
        <p:spPr>
          <a:xfrm>
            <a:off x="1140565" y="1500658"/>
            <a:ext cx="21727249" cy="939800"/>
          </a:xfrm>
        </p:spPr>
        <p:txBody>
          <a:bodyPr lIns="91440" tIns="45720" rIns="91440" bIns="45720" anchor="t"/>
          <a:lstStyle/>
          <a:p>
            <a:r>
              <a:rPr lang="en-US">
                <a:latin typeface="Poppins"/>
                <a:cs typeface="Poppins"/>
              </a:rPr>
              <a:t>.NET 10 Packages – x64, Arm64</a:t>
            </a:r>
            <a:endParaRPr lang="en-US"/>
          </a:p>
        </p:txBody>
      </p:sp>
      <p:sp>
        <p:nvSpPr>
          <p:cNvPr id="11" name="Text Placeholder 10">
            <a:extLst>
              <a:ext uri="{FF2B5EF4-FFF2-40B4-BE49-F238E27FC236}">
                <a16:creationId xmlns:a16="http://schemas.microsoft.com/office/drawing/2014/main" id="{692C517F-95CA-6E35-467C-530DE9BC1C65}"/>
              </a:ext>
            </a:extLst>
          </p:cNvPr>
          <p:cNvSpPr>
            <a:spLocks noGrp="1"/>
          </p:cNvSpPr>
          <p:nvPr>
            <p:ph type="body" sz="quarter" idx="11"/>
          </p:nvPr>
        </p:nvSpPr>
        <p:spPr>
          <a:xfrm>
            <a:off x="1140565" y="2858532"/>
            <a:ext cx="17622270" cy="2636328"/>
          </a:xfrm>
        </p:spPr>
        <p:txBody>
          <a:bodyPr lIns="91440" tIns="45720" rIns="91440" bIns="45720" anchor="t"/>
          <a:lstStyle/>
          <a:p>
            <a:r>
              <a:rPr lang="en-US">
                <a:solidFill>
                  <a:schemeClr val="bg2">
                    <a:lumMod val="75000"/>
                  </a:schemeClr>
                </a:solidFill>
                <a:latin typeface="Poppins"/>
                <a:cs typeface="Poppins"/>
              </a:rPr>
              <a:t>Available or coming soon</a:t>
            </a:r>
            <a:endParaRPr lang="en-US">
              <a:solidFill>
                <a:schemeClr val="bg2">
                  <a:lumMod val="75000"/>
                </a:schemeClr>
              </a:solidFill>
            </a:endParaRPr>
          </a:p>
        </p:txBody>
      </p:sp>
    </p:spTree>
    <p:extLst>
      <p:ext uri="{BB962C8B-B14F-4D97-AF65-F5344CB8AC3E}">
        <p14:creationId xmlns:p14="http://schemas.microsoft.com/office/powerpoint/2010/main" val="1574790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a:extLst>
            <a:ext uri="{FF2B5EF4-FFF2-40B4-BE49-F238E27FC236}">
              <a16:creationId xmlns:a16="http://schemas.microsoft.com/office/drawing/2014/main" id="{670AF543-0DC0-5F8A-3FAE-7418FA0CF74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2257F46-24DB-5D94-EA83-B7DF5F08B91F}"/>
              </a:ext>
            </a:extLst>
          </p:cNvPr>
          <p:cNvSpPr>
            <a:spLocks noGrp="1"/>
          </p:cNvSpPr>
          <p:nvPr>
            <p:ph type="body" sz="quarter" idx="12"/>
          </p:nvPr>
        </p:nvSpPr>
        <p:spPr>
          <a:xfrm>
            <a:off x="2757376" y="6096225"/>
            <a:ext cx="8284003" cy="1289311"/>
          </a:xfrm>
        </p:spPr>
        <p:txBody>
          <a:bodyPr lIns="91440" tIns="45720" rIns="91440" bIns="45720" anchor="t"/>
          <a:lstStyle/>
          <a:p>
            <a:r>
              <a:rPr lang="en-US" b="1">
                <a:solidFill>
                  <a:schemeClr val="accent5">
                    <a:lumMod val="50000"/>
                  </a:schemeClr>
                </a:solidFill>
                <a:latin typeface="Poppins"/>
                <a:cs typeface="Poppins"/>
              </a:rPr>
              <a:t>Containers!</a:t>
            </a:r>
            <a:endParaRPr lang="en-US"/>
          </a:p>
        </p:txBody>
      </p:sp>
      <p:sp>
        <p:nvSpPr>
          <p:cNvPr id="3" name="Text Placeholder 2">
            <a:extLst>
              <a:ext uri="{FF2B5EF4-FFF2-40B4-BE49-F238E27FC236}">
                <a16:creationId xmlns:a16="http://schemas.microsoft.com/office/drawing/2014/main" id="{52D1EB08-C24A-89F4-EF04-D2E75DBC9706}"/>
              </a:ext>
            </a:extLst>
          </p:cNvPr>
          <p:cNvSpPr>
            <a:spLocks noGrp="1"/>
          </p:cNvSpPr>
          <p:nvPr>
            <p:ph type="body" sz="quarter" idx="19"/>
          </p:nvPr>
        </p:nvSpPr>
        <p:spPr/>
        <p:txBody>
          <a:bodyPr lIns="91440" tIns="45720" rIns="91440" bIns="45720" anchor="t"/>
          <a:lstStyle/>
          <a:p>
            <a:endParaRPr lang="en-US" b="1">
              <a:solidFill>
                <a:schemeClr val="accent5">
                  <a:lumMod val="50000"/>
                </a:schemeClr>
              </a:solidFill>
            </a:endParaRPr>
          </a:p>
        </p:txBody>
      </p:sp>
    </p:spTree>
    <p:extLst>
      <p:ext uri="{BB962C8B-B14F-4D97-AF65-F5344CB8AC3E}">
        <p14:creationId xmlns:p14="http://schemas.microsoft.com/office/powerpoint/2010/main" val="53697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E1B56B28-DD0A-6C4E-2A7F-85771B941E3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AD0F32-523E-48DD-C233-36BCCBBD7683}"/>
              </a:ext>
            </a:extLst>
          </p:cNvPr>
          <p:cNvSpPr>
            <a:spLocks noGrp="1"/>
          </p:cNvSpPr>
          <p:nvPr>
            <p:ph type="body" sz="quarter" idx="10"/>
          </p:nvPr>
        </p:nvSpPr>
        <p:spPr/>
        <p:txBody>
          <a:bodyPr lIns="91440" tIns="45720" rIns="91440" bIns="45720" anchor="t"/>
          <a:lstStyle/>
          <a:p>
            <a:r>
              <a:rPr lang="en-US">
                <a:latin typeface="Poppins"/>
                <a:cs typeface="Poppins"/>
              </a:rPr>
              <a:t>Adopting Ubuntu</a:t>
            </a:r>
            <a:endParaRPr lang="en-US"/>
          </a:p>
        </p:txBody>
      </p:sp>
      <p:sp>
        <p:nvSpPr>
          <p:cNvPr id="3" name="Text Placeholder 2">
            <a:extLst>
              <a:ext uri="{FF2B5EF4-FFF2-40B4-BE49-F238E27FC236}">
                <a16:creationId xmlns:a16="http://schemas.microsoft.com/office/drawing/2014/main" id="{F760EC7C-7FF7-3ED4-8663-D8216C58DDA7}"/>
              </a:ext>
            </a:extLst>
          </p:cNvPr>
          <p:cNvSpPr>
            <a:spLocks noGrp="1"/>
          </p:cNvSpPr>
          <p:nvPr>
            <p:ph type="body" sz="quarter" idx="11"/>
          </p:nvPr>
        </p:nvSpPr>
        <p:spPr>
          <a:xfrm>
            <a:off x="1140565" y="2008275"/>
            <a:ext cx="9219453" cy="861925"/>
          </a:xfrm>
        </p:spPr>
        <p:txBody>
          <a:bodyPr lIns="91440" tIns="45720" rIns="91440" bIns="45720" anchor="t"/>
          <a:lstStyle/>
          <a:p>
            <a:r>
              <a:rPr lang="en-US">
                <a:solidFill>
                  <a:schemeClr val="bg2">
                    <a:lumMod val="75000"/>
                  </a:schemeClr>
                </a:solidFill>
                <a:latin typeface="Poppins"/>
                <a:cs typeface="Poppins"/>
              </a:rPr>
              <a:t>Container base images</a:t>
            </a:r>
            <a:endParaRPr lang="en-US">
              <a:solidFill>
                <a:schemeClr val="bg2">
                  <a:lumMod val="75000"/>
                </a:schemeClr>
              </a:solidFill>
            </a:endParaRPr>
          </a:p>
        </p:txBody>
      </p:sp>
      <p:sp>
        <p:nvSpPr>
          <p:cNvPr id="4" name="Text Placeholder 3">
            <a:extLst>
              <a:ext uri="{FF2B5EF4-FFF2-40B4-BE49-F238E27FC236}">
                <a16:creationId xmlns:a16="http://schemas.microsoft.com/office/drawing/2014/main" id="{113FD9A1-7C08-3753-6DEB-61FFF1BC3F86}"/>
              </a:ext>
            </a:extLst>
          </p:cNvPr>
          <p:cNvSpPr>
            <a:spLocks noGrp="1"/>
          </p:cNvSpPr>
          <p:nvPr>
            <p:ph type="body" sz="quarter" idx="12"/>
          </p:nvPr>
        </p:nvSpPr>
        <p:spPr/>
        <p:txBody>
          <a:bodyPr lIns="91440" tIns="45720" rIns="91440" bIns="45720" anchor="t"/>
          <a:lstStyle/>
          <a:p>
            <a:r>
              <a:rPr lang="en-US">
                <a:latin typeface="Poppins"/>
                <a:cs typeface="Poppins"/>
              </a:rPr>
              <a:t>Ubuntu</a:t>
            </a:r>
            <a:endParaRPr lang="en-US"/>
          </a:p>
        </p:txBody>
      </p:sp>
      <p:sp>
        <p:nvSpPr>
          <p:cNvPr id="5" name="Text Placeholder 4">
            <a:extLst>
              <a:ext uri="{FF2B5EF4-FFF2-40B4-BE49-F238E27FC236}">
                <a16:creationId xmlns:a16="http://schemas.microsoft.com/office/drawing/2014/main" id="{FCEB2B6E-8AC0-612E-D60A-FC536ABF5F33}"/>
              </a:ext>
            </a:extLst>
          </p:cNvPr>
          <p:cNvSpPr>
            <a:spLocks noGrp="1"/>
          </p:cNvSpPr>
          <p:nvPr>
            <p:ph type="body" sz="quarter" idx="13"/>
          </p:nvPr>
        </p:nvSpPr>
        <p:spPr>
          <a:xfrm>
            <a:off x="1521734" y="7177725"/>
            <a:ext cx="10502933" cy="909523"/>
          </a:xfrm>
        </p:spPr>
        <p:txBody>
          <a:bodyPr lIns="91440" tIns="45720" rIns="91440" bIns="45720" anchor="t"/>
          <a:lstStyle/>
          <a:p>
            <a:r>
              <a:rPr lang="en-US" spc="-96">
                <a:latin typeface="Poppins"/>
                <a:cs typeface="Poppins"/>
              </a:rPr>
              <a:t>5 years of mainline support</a:t>
            </a:r>
            <a:endParaRPr lang="en-US"/>
          </a:p>
          <a:p>
            <a:r>
              <a:rPr lang="en-US" spc="-96">
                <a:latin typeface="Poppins"/>
                <a:cs typeface="Poppins"/>
              </a:rPr>
              <a:t>Ubuntu LTS - .NET LTS = +5 months</a:t>
            </a:r>
          </a:p>
          <a:p>
            <a:r>
              <a:rPr lang="en-US" spc="-96">
                <a:latin typeface="Poppins"/>
                <a:cs typeface="Poppins"/>
              </a:rPr>
              <a:t>Default for .NET 10</a:t>
            </a:r>
            <a:endParaRPr lang="en-US" spc="-96"/>
          </a:p>
        </p:txBody>
      </p:sp>
      <p:sp>
        <p:nvSpPr>
          <p:cNvPr id="6" name="Text Placeholder 5">
            <a:extLst>
              <a:ext uri="{FF2B5EF4-FFF2-40B4-BE49-F238E27FC236}">
                <a16:creationId xmlns:a16="http://schemas.microsoft.com/office/drawing/2014/main" id="{96FCAF83-6A46-C892-DB83-FB499ED8F7E6}"/>
              </a:ext>
            </a:extLst>
          </p:cNvPr>
          <p:cNvSpPr>
            <a:spLocks noGrp="1"/>
          </p:cNvSpPr>
          <p:nvPr>
            <p:ph type="body" sz="quarter" idx="14"/>
          </p:nvPr>
        </p:nvSpPr>
        <p:spPr/>
        <p:txBody>
          <a:bodyPr lIns="91440" tIns="45720" rIns="91440" bIns="45720" anchor="t"/>
          <a:lstStyle/>
          <a:p>
            <a:r>
              <a:rPr lang="en-US">
                <a:latin typeface="Poppins"/>
                <a:cs typeface="Poppins"/>
              </a:rPr>
              <a:t>Debian</a:t>
            </a:r>
            <a:endParaRPr lang="en-US"/>
          </a:p>
        </p:txBody>
      </p:sp>
      <p:sp>
        <p:nvSpPr>
          <p:cNvPr id="7" name="Text Placeholder 6">
            <a:extLst>
              <a:ext uri="{FF2B5EF4-FFF2-40B4-BE49-F238E27FC236}">
                <a16:creationId xmlns:a16="http://schemas.microsoft.com/office/drawing/2014/main" id="{976B8CC1-F0E0-1853-D74E-4190F9E07AA3}"/>
              </a:ext>
            </a:extLst>
          </p:cNvPr>
          <p:cNvSpPr>
            <a:spLocks noGrp="1"/>
          </p:cNvSpPr>
          <p:nvPr>
            <p:ph type="body" sz="quarter" idx="15"/>
          </p:nvPr>
        </p:nvSpPr>
        <p:spPr>
          <a:xfrm>
            <a:off x="12695501" y="7177726"/>
            <a:ext cx="10533215" cy="909522"/>
          </a:xfrm>
        </p:spPr>
        <p:txBody>
          <a:bodyPr lIns="91440" tIns="45720" rIns="91440" bIns="45720" anchor="t"/>
          <a:lstStyle/>
          <a:p>
            <a:r>
              <a:rPr lang="en-US" spc="-96">
                <a:latin typeface="Poppins"/>
                <a:cs typeface="Poppins"/>
              </a:rPr>
              <a:t>3 years of mainline support</a:t>
            </a:r>
          </a:p>
          <a:p>
            <a:r>
              <a:rPr lang="en-US" spc="-96">
                <a:latin typeface="Poppins"/>
                <a:cs typeface="Poppins"/>
              </a:rPr>
              <a:t>Debian LTS - .NET LTS = -3 months</a:t>
            </a:r>
            <a:endParaRPr lang="en-US" spc="-96"/>
          </a:p>
          <a:p>
            <a:r>
              <a:rPr lang="en-US" spc="-96">
                <a:latin typeface="Poppins"/>
                <a:cs typeface="Poppins"/>
              </a:rPr>
              <a:t>Not published for .NET 10</a:t>
            </a:r>
          </a:p>
        </p:txBody>
      </p:sp>
      <p:sp>
        <p:nvSpPr>
          <p:cNvPr id="8" name="Text Placeholder 7">
            <a:extLst>
              <a:ext uri="{FF2B5EF4-FFF2-40B4-BE49-F238E27FC236}">
                <a16:creationId xmlns:a16="http://schemas.microsoft.com/office/drawing/2014/main" id="{64D2B7D3-3B34-055F-6EA8-ECA4DA12747F}"/>
              </a:ext>
            </a:extLst>
          </p:cNvPr>
          <p:cNvSpPr>
            <a:spLocks noGrp="1"/>
          </p:cNvSpPr>
          <p:nvPr>
            <p:ph type="body" sz="quarter" idx="16"/>
          </p:nvPr>
        </p:nvSpPr>
        <p:spPr/>
        <p:txBody>
          <a:bodyPr lIns="91440" tIns="45720" rIns="91440" bIns="45720" anchor="b"/>
          <a:lstStyle/>
          <a:p>
            <a:endParaRPr lang="en-US"/>
          </a:p>
        </p:txBody>
      </p:sp>
      <p:sp>
        <p:nvSpPr>
          <p:cNvPr id="9" name="Text Placeholder 8">
            <a:extLst>
              <a:ext uri="{FF2B5EF4-FFF2-40B4-BE49-F238E27FC236}">
                <a16:creationId xmlns:a16="http://schemas.microsoft.com/office/drawing/2014/main" id="{2B8ECBA2-D061-2046-C1B5-66938024389B}"/>
              </a:ext>
            </a:extLst>
          </p:cNvPr>
          <p:cNvSpPr>
            <a:spLocks noGrp="1"/>
          </p:cNvSpPr>
          <p:nvPr>
            <p:ph type="body" sz="quarter" idx="17"/>
          </p:nvPr>
        </p:nvSpPr>
        <p:spPr/>
        <p:txBody>
          <a:bodyPr lIns="91440" tIns="45720" rIns="91440" bIns="45720" anchor="b"/>
          <a:lstStyle/>
          <a:p>
            <a:endParaRPr lang="en-US">
              <a:latin typeface="Aptos" panose="020B0004020202020204" pitchFamily="34" charset="0"/>
            </a:endParaRPr>
          </a:p>
        </p:txBody>
      </p:sp>
    </p:spTree>
    <p:extLst>
      <p:ext uri="{BB962C8B-B14F-4D97-AF65-F5344CB8AC3E}">
        <p14:creationId xmlns:p14="http://schemas.microsoft.com/office/powerpoint/2010/main" val="456929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C36E2F22-6541-088C-71B8-CE53FB7B3561}"/>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B7D933B0-AF4D-EF41-7081-322E2D8F22B6}"/>
              </a:ext>
            </a:extLst>
          </p:cNvPr>
          <p:cNvSpPr/>
          <p:nvPr/>
        </p:nvSpPr>
        <p:spPr>
          <a:xfrm>
            <a:off x="114056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3" name="Rounded Rectangle 12">
            <a:extLst>
              <a:ext uri="{FF2B5EF4-FFF2-40B4-BE49-F238E27FC236}">
                <a16:creationId xmlns:a16="http://schemas.microsoft.com/office/drawing/2014/main" id="{7A09371A-B307-384D-D9D1-D70A38993B50}"/>
              </a:ext>
            </a:extLst>
          </p:cNvPr>
          <p:cNvSpPr/>
          <p:nvPr/>
        </p:nvSpPr>
        <p:spPr>
          <a:xfrm>
            <a:off x="8598641"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4" name="Rounded Rectangle 13">
            <a:extLst>
              <a:ext uri="{FF2B5EF4-FFF2-40B4-BE49-F238E27FC236}">
                <a16:creationId xmlns:a16="http://schemas.microsoft.com/office/drawing/2014/main" id="{0B3946EB-0E11-14E3-1D79-7F231CF02338}"/>
              </a:ext>
            </a:extLst>
          </p:cNvPr>
          <p:cNvSpPr/>
          <p:nvPr/>
        </p:nvSpPr>
        <p:spPr>
          <a:xfrm>
            <a:off x="1605671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2" name="Text Placeholder 1">
            <a:extLst>
              <a:ext uri="{FF2B5EF4-FFF2-40B4-BE49-F238E27FC236}">
                <a16:creationId xmlns:a16="http://schemas.microsoft.com/office/drawing/2014/main" id="{9A0C90CC-917B-8FC3-919D-0A71E3C12CF3}"/>
              </a:ext>
            </a:extLst>
          </p:cNvPr>
          <p:cNvSpPr>
            <a:spLocks noGrp="1"/>
          </p:cNvSpPr>
          <p:nvPr>
            <p:ph type="body" sz="quarter" idx="12"/>
          </p:nvPr>
        </p:nvSpPr>
        <p:spPr/>
        <p:txBody>
          <a:bodyPr lIns="91440" tIns="45720" rIns="91440" bIns="45720" anchor="t"/>
          <a:lstStyle/>
          <a:p>
            <a:r>
              <a:rPr lang="en-US">
                <a:latin typeface="Poppins"/>
                <a:cs typeface="Poppins"/>
              </a:rPr>
              <a:t>10.0-aot</a:t>
            </a:r>
            <a:endParaRPr lang="en-US"/>
          </a:p>
        </p:txBody>
      </p:sp>
      <p:sp>
        <p:nvSpPr>
          <p:cNvPr id="3" name="Text Placeholder 2">
            <a:extLst>
              <a:ext uri="{FF2B5EF4-FFF2-40B4-BE49-F238E27FC236}">
                <a16:creationId xmlns:a16="http://schemas.microsoft.com/office/drawing/2014/main" id="{54AB3CAB-CF72-9E2A-C62E-A0F81C9190E8}"/>
              </a:ext>
            </a:extLst>
          </p:cNvPr>
          <p:cNvSpPr>
            <a:spLocks noGrp="1"/>
          </p:cNvSpPr>
          <p:nvPr>
            <p:ph type="body" sz="quarter" idx="13"/>
          </p:nvPr>
        </p:nvSpPr>
        <p:spPr>
          <a:xfrm>
            <a:off x="8962126" y="7067667"/>
            <a:ext cx="6140138" cy="939800"/>
          </a:xfrm>
        </p:spPr>
        <p:txBody>
          <a:bodyPr lIns="91440" tIns="45720" rIns="91440" bIns="45720" anchor="t"/>
          <a:lstStyle/>
          <a:p>
            <a:r>
              <a:rPr lang="en-US" spc="-96">
                <a:latin typeface="Poppins"/>
                <a:cs typeface="Poppins"/>
              </a:rPr>
              <a:t>AOT images contain the toolset</a:t>
            </a:r>
          </a:p>
          <a:p>
            <a:r>
              <a:rPr lang="en-US" spc="-96">
                <a:latin typeface="Poppins"/>
                <a:cs typeface="Poppins"/>
              </a:rPr>
              <a:t>Images are large</a:t>
            </a:r>
            <a:endParaRPr lang="en-US" spc="-96"/>
          </a:p>
        </p:txBody>
      </p:sp>
      <p:sp>
        <p:nvSpPr>
          <p:cNvPr id="4" name="Text Placeholder 3">
            <a:extLst>
              <a:ext uri="{FF2B5EF4-FFF2-40B4-BE49-F238E27FC236}">
                <a16:creationId xmlns:a16="http://schemas.microsoft.com/office/drawing/2014/main" id="{CAF3E420-11A5-39A9-1C22-316856FCF77F}"/>
              </a:ext>
            </a:extLst>
          </p:cNvPr>
          <p:cNvSpPr>
            <a:spLocks noGrp="1"/>
          </p:cNvSpPr>
          <p:nvPr>
            <p:ph type="body" sz="quarter" idx="16"/>
          </p:nvPr>
        </p:nvSpPr>
        <p:spPr>
          <a:xfrm>
            <a:off x="8962126" y="10216619"/>
            <a:ext cx="4408488" cy="552981"/>
          </a:xfrm>
        </p:spPr>
        <p:txBody>
          <a:bodyPr lIns="91440" tIns="45720" rIns="91440" bIns="45720" anchor="b"/>
          <a:lstStyle/>
          <a:p>
            <a:endParaRPr lang="en-US"/>
          </a:p>
        </p:txBody>
      </p:sp>
      <p:sp>
        <p:nvSpPr>
          <p:cNvPr id="5" name="Text Placeholder 4">
            <a:extLst>
              <a:ext uri="{FF2B5EF4-FFF2-40B4-BE49-F238E27FC236}">
                <a16:creationId xmlns:a16="http://schemas.microsoft.com/office/drawing/2014/main" id="{E5229E6D-74F7-6BCB-6019-63812AD631C7}"/>
              </a:ext>
            </a:extLst>
          </p:cNvPr>
          <p:cNvSpPr>
            <a:spLocks noGrp="1"/>
          </p:cNvSpPr>
          <p:nvPr>
            <p:ph type="body" sz="quarter" idx="17"/>
          </p:nvPr>
        </p:nvSpPr>
        <p:spPr/>
        <p:txBody>
          <a:bodyPr lIns="91440" tIns="45720" rIns="91440" bIns="45720" anchor="t"/>
          <a:lstStyle/>
          <a:p>
            <a:r>
              <a:rPr lang="en-US">
                <a:latin typeface="Poppins"/>
                <a:cs typeface="Poppins"/>
              </a:rPr>
              <a:t>Turnkey</a:t>
            </a:r>
            <a:endParaRPr lang="en-US"/>
          </a:p>
        </p:txBody>
      </p:sp>
      <p:sp>
        <p:nvSpPr>
          <p:cNvPr id="6" name="Text Placeholder 5">
            <a:extLst>
              <a:ext uri="{FF2B5EF4-FFF2-40B4-BE49-F238E27FC236}">
                <a16:creationId xmlns:a16="http://schemas.microsoft.com/office/drawing/2014/main" id="{9898B28D-4DD4-E62B-534C-2796D06CA866}"/>
              </a:ext>
            </a:extLst>
          </p:cNvPr>
          <p:cNvSpPr>
            <a:spLocks noGrp="1"/>
          </p:cNvSpPr>
          <p:nvPr>
            <p:ph type="body" sz="quarter" idx="18"/>
          </p:nvPr>
        </p:nvSpPr>
        <p:spPr>
          <a:xfrm>
            <a:off x="16425607" y="7067667"/>
            <a:ext cx="6140138" cy="939800"/>
          </a:xfrm>
        </p:spPr>
        <p:txBody>
          <a:bodyPr lIns="91440" tIns="45720" rIns="91440" bIns="45720" anchor="t"/>
          <a:lstStyle/>
          <a:p>
            <a:r>
              <a:rPr lang="en-US" spc="-96">
                <a:latin typeface="Poppins"/>
                <a:cs typeface="Poppins"/>
              </a:rPr>
              <a:t>Multi-stage build</a:t>
            </a:r>
          </a:p>
          <a:p>
            <a:r>
              <a:rPr lang="en-US" spc="-96">
                <a:latin typeface="Poppins"/>
                <a:cs typeface="Poppins"/>
              </a:rPr>
              <a:t>Dotnet publish</a:t>
            </a:r>
            <a:endParaRPr lang="en-US" spc="-96"/>
          </a:p>
        </p:txBody>
      </p:sp>
      <p:sp>
        <p:nvSpPr>
          <p:cNvPr id="7" name="Text Placeholder 6">
            <a:extLst>
              <a:ext uri="{FF2B5EF4-FFF2-40B4-BE49-F238E27FC236}">
                <a16:creationId xmlns:a16="http://schemas.microsoft.com/office/drawing/2014/main" id="{15C690B7-BFD5-5F96-AB16-9DC0EE347228}"/>
              </a:ext>
            </a:extLst>
          </p:cNvPr>
          <p:cNvSpPr>
            <a:spLocks noGrp="1"/>
          </p:cNvSpPr>
          <p:nvPr>
            <p:ph type="body" sz="quarter" idx="19"/>
          </p:nvPr>
        </p:nvSpPr>
        <p:spPr>
          <a:xfrm>
            <a:off x="16425607" y="10216619"/>
            <a:ext cx="4408488" cy="552981"/>
          </a:xfrm>
        </p:spPr>
        <p:txBody>
          <a:bodyPr lIns="91440" tIns="45720" rIns="91440" bIns="45720" anchor="b"/>
          <a:lstStyle/>
          <a:p>
            <a:endParaRPr lang="en-US"/>
          </a:p>
        </p:txBody>
      </p:sp>
      <p:sp>
        <p:nvSpPr>
          <p:cNvPr id="8" name="Text Placeholder 7">
            <a:extLst>
              <a:ext uri="{FF2B5EF4-FFF2-40B4-BE49-F238E27FC236}">
                <a16:creationId xmlns:a16="http://schemas.microsoft.com/office/drawing/2014/main" id="{F352F5C9-01B6-C6BE-18B4-DCD616545463}"/>
              </a:ext>
            </a:extLst>
          </p:cNvPr>
          <p:cNvSpPr>
            <a:spLocks noGrp="1"/>
          </p:cNvSpPr>
          <p:nvPr>
            <p:ph type="body" sz="quarter" idx="20"/>
          </p:nvPr>
        </p:nvSpPr>
        <p:spPr/>
        <p:txBody>
          <a:bodyPr lIns="91440" tIns="45720" rIns="91440" bIns="45720" anchor="t"/>
          <a:lstStyle/>
          <a:p>
            <a:r>
              <a:rPr lang="en-US">
                <a:latin typeface="Poppins"/>
                <a:cs typeface="Poppins"/>
              </a:rPr>
              <a:t>Toolset</a:t>
            </a:r>
            <a:endParaRPr lang="en-US"/>
          </a:p>
        </p:txBody>
      </p:sp>
      <p:sp>
        <p:nvSpPr>
          <p:cNvPr id="9" name="Text Placeholder 8">
            <a:extLst>
              <a:ext uri="{FF2B5EF4-FFF2-40B4-BE49-F238E27FC236}">
                <a16:creationId xmlns:a16="http://schemas.microsoft.com/office/drawing/2014/main" id="{71281654-C977-38CF-8D27-BBD20AA0EFE1}"/>
              </a:ext>
            </a:extLst>
          </p:cNvPr>
          <p:cNvSpPr>
            <a:spLocks noGrp="1"/>
          </p:cNvSpPr>
          <p:nvPr>
            <p:ph type="body" sz="quarter" idx="21"/>
          </p:nvPr>
        </p:nvSpPr>
        <p:spPr>
          <a:xfrm>
            <a:off x="1498645" y="7067667"/>
            <a:ext cx="6140138" cy="939800"/>
          </a:xfrm>
        </p:spPr>
        <p:txBody>
          <a:bodyPr lIns="91440" tIns="45720" rIns="91440" bIns="45720" anchor="t"/>
          <a:lstStyle/>
          <a:p>
            <a:r>
              <a:rPr lang="en-US" spc="-96">
                <a:latin typeface="Poppins"/>
                <a:cs typeface="Poppins"/>
              </a:rPr>
              <a:t>Requires clang and other packages</a:t>
            </a:r>
            <a:endParaRPr lang="en-US"/>
          </a:p>
        </p:txBody>
      </p:sp>
      <p:sp>
        <p:nvSpPr>
          <p:cNvPr id="10" name="Text Placeholder 9">
            <a:extLst>
              <a:ext uri="{FF2B5EF4-FFF2-40B4-BE49-F238E27FC236}">
                <a16:creationId xmlns:a16="http://schemas.microsoft.com/office/drawing/2014/main" id="{672EDA06-6DDB-CF9A-7F39-61690D6817AF}"/>
              </a:ext>
            </a:extLst>
          </p:cNvPr>
          <p:cNvSpPr>
            <a:spLocks noGrp="1"/>
          </p:cNvSpPr>
          <p:nvPr>
            <p:ph type="body" sz="quarter" idx="10"/>
          </p:nvPr>
        </p:nvSpPr>
        <p:spPr>
          <a:xfrm>
            <a:off x="1140565" y="1500658"/>
            <a:ext cx="12927160" cy="939800"/>
          </a:xfrm>
        </p:spPr>
        <p:txBody>
          <a:bodyPr lIns="91440" tIns="45720" rIns="91440" bIns="45720" anchor="t"/>
          <a:lstStyle/>
          <a:p>
            <a:r>
              <a:rPr lang="en-US">
                <a:latin typeface="Poppins"/>
                <a:cs typeface="Poppins"/>
              </a:rPr>
              <a:t>Native AOT Images</a:t>
            </a:r>
            <a:endParaRPr lang="en-US"/>
          </a:p>
        </p:txBody>
      </p:sp>
      <p:sp>
        <p:nvSpPr>
          <p:cNvPr id="11" name="Text Placeholder 10">
            <a:extLst>
              <a:ext uri="{FF2B5EF4-FFF2-40B4-BE49-F238E27FC236}">
                <a16:creationId xmlns:a16="http://schemas.microsoft.com/office/drawing/2014/main" id="{1BB6DAC9-28A8-24F1-66A8-A445650A5298}"/>
              </a:ext>
            </a:extLst>
          </p:cNvPr>
          <p:cNvSpPr>
            <a:spLocks noGrp="1"/>
          </p:cNvSpPr>
          <p:nvPr>
            <p:ph type="body" sz="quarter" idx="11"/>
          </p:nvPr>
        </p:nvSpPr>
        <p:spPr/>
        <p:txBody>
          <a:bodyPr lIns="91440" tIns="45720" rIns="91440" bIns="45720" anchor="t"/>
          <a:lstStyle/>
          <a:p>
            <a:endParaRPr lang="en-US">
              <a:solidFill>
                <a:schemeClr val="bg2">
                  <a:lumMod val="75000"/>
                </a:schemeClr>
              </a:solidFill>
            </a:endParaRPr>
          </a:p>
        </p:txBody>
      </p:sp>
    </p:spTree>
    <p:extLst>
      <p:ext uri="{BB962C8B-B14F-4D97-AF65-F5344CB8AC3E}">
        <p14:creationId xmlns:p14="http://schemas.microsoft.com/office/powerpoint/2010/main" val="2352702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05085212-27BF-4DEB-CA41-278256F317EE}"/>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FC55336E-34AD-A3F8-9ECF-0C5909A4829B}"/>
              </a:ext>
            </a:extLst>
          </p:cNvPr>
          <p:cNvSpPr/>
          <p:nvPr/>
        </p:nvSpPr>
        <p:spPr>
          <a:xfrm>
            <a:off x="114056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3" name="Rounded Rectangle 12">
            <a:extLst>
              <a:ext uri="{FF2B5EF4-FFF2-40B4-BE49-F238E27FC236}">
                <a16:creationId xmlns:a16="http://schemas.microsoft.com/office/drawing/2014/main" id="{0F91ED4A-81DA-FEA6-AA5C-3EA665114B56}"/>
              </a:ext>
            </a:extLst>
          </p:cNvPr>
          <p:cNvSpPr/>
          <p:nvPr/>
        </p:nvSpPr>
        <p:spPr>
          <a:xfrm>
            <a:off x="8598641"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4" name="Rounded Rectangle 13">
            <a:extLst>
              <a:ext uri="{FF2B5EF4-FFF2-40B4-BE49-F238E27FC236}">
                <a16:creationId xmlns:a16="http://schemas.microsoft.com/office/drawing/2014/main" id="{E4DC716A-29F9-26AA-257D-9CECC46E4264}"/>
              </a:ext>
            </a:extLst>
          </p:cNvPr>
          <p:cNvSpPr/>
          <p:nvPr/>
        </p:nvSpPr>
        <p:spPr>
          <a:xfrm>
            <a:off x="1605671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2" name="Text Placeholder 1">
            <a:extLst>
              <a:ext uri="{FF2B5EF4-FFF2-40B4-BE49-F238E27FC236}">
                <a16:creationId xmlns:a16="http://schemas.microsoft.com/office/drawing/2014/main" id="{A54FF4EB-116A-CCF9-69B1-D3667104FBF5}"/>
              </a:ext>
            </a:extLst>
          </p:cNvPr>
          <p:cNvSpPr>
            <a:spLocks noGrp="1"/>
          </p:cNvSpPr>
          <p:nvPr>
            <p:ph type="body" sz="quarter" idx="12"/>
          </p:nvPr>
        </p:nvSpPr>
        <p:spPr/>
        <p:txBody>
          <a:bodyPr lIns="91440" tIns="45720" rIns="91440" bIns="45720" anchor="t"/>
          <a:lstStyle/>
          <a:p>
            <a:r>
              <a:rPr lang="en-US">
                <a:latin typeface="Poppins"/>
                <a:cs typeface="Poppins"/>
              </a:rPr>
              <a:t>-extra images</a:t>
            </a:r>
            <a:endParaRPr lang="en-US"/>
          </a:p>
        </p:txBody>
      </p:sp>
      <p:sp>
        <p:nvSpPr>
          <p:cNvPr id="3" name="Text Placeholder 2">
            <a:extLst>
              <a:ext uri="{FF2B5EF4-FFF2-40B4-BE49-F238E27FC236}">
                <a16:creationId xmlns:a16="http://schemas.microsoft.com/office/drawing/2014/main" id="{5D2F6D8B-BDA4-5D0A-68B2-A50BEE0BB2A5}"/>
              </a:ext>
            </a:extLst>
          </p:cNvPr>
          <p:cNvSpPr>
            <a:spLocks noGrp="1"/>
          </p:cNvSpPr>
          <p:nvPr>
            <p:ph type="body" sz="quarter" idx="13"/>
          </p:nvPr>
        </p:nvSpPr>
        <p:spPr>
          <a:xfrm>
            <a:off x="8962126" y="7067667"/>
            <a:ext cx="6811612" cy="939800"/>
          </a:xfrm>
        </p:spPr>
        <p:txBody>
          <a:bodyPr lIns="91440" tIns="45720" rIns="91440" bIns="45720" anchor="t"/>
          <a:lstStyle/>
          <a:p>
            <a:r>
              <a:rPr lang="en-US" spc="-96">
                <a:latin typeface="Poppins"/>
                <a:cs typeface="Poppins"/>
              </a:rPr>
              <a:t>Contains ICU/tzdata</a:t>
            </a:r>
            <a:endParaRPr lang="en-US" spc="-96"/>
          </a:p>
          <a:p>
            <a:r>
              <a:rPr lang="en-US" spc="-96">
                <a:latin typeface="Poppins"/>
                <a:cs typeface="Poppins"/>
              </a:rPr>
              <a:t>Missing in default chiseled and Alpine images</a:t>
            </a:r>
            <a:endParaRPr lang="en-US" spc="-96"/>
          </a:p>
          <a:p>
            <a:endParaRPr lang="en-US" spc="-96"/>
          </a:p>
        </p:txBody>
      </p:sp>
      <p:sp>
        <p:nvSpPr>
          <p:cNvPr id="5" name="Text Placeholder 4">
            <a:extLst>
              <a:ext uri="{FF2B5EF4-FFF2-40B4-BE49-F238E27FC236}">
                <a16:creationId xmlns:a16="http://schemas.microsoft.com/office/drawing/2014/main" id="{06873DC0-BB5D-BB61-D66C-1CF9A095AA55}"/>
              </a:ext>
            </a:extLst>
          </p:cNvPr>
          <p:cNvSpPr>
            <a:spLocks noGrp="1"/>
          </p:cNvSpPr>
          <p:nvPr>
            <p:ph type="body" sz="quarter" idx="17"/>
          </p:nvPr>
        </p:nvSpPr>
        <p:spPr/>
        <p:txBody>
          <a:bodyPr lIns="91440" tIns="45720" rIns="91440" bIns="45720" anchor="t"/>
          <a:lstStyle/>
          <a:p>
            <a:r>
              <a:rPr lang="en-US">
                <a:latin typeface="Poppins"/>
                <a:cs typeface="Poppins"/>
              </a:rPr>
              <a:t>Turnkey</a:t>
            </a:r>
            <a:endParaRPr lang="en-US"/>
          </a:p>
        </p:txBody>
      </p:sp>
      <p:sp>
        <p:nvSpPr>
          <p:cNvPr id="6" name="Text Placeholder 5">
            <a:extLst>
              <a:ext uri="{FF2B5EF4-FFF2-40B4-BE49-F238E27FC236}">
                <a16:creationId xmlns:a16="http://schemas.microsoft.com/office/drawing/2014/main" id="{08BEC942-6B72-19DD-710B-23C07BE0F570}"/>
              </a:ext>
            </a:extLst>
          </p:cNvPr>
          <p:cNvSpPr>
            <a:spLocks noGrp="1"/>
          </p:cNvSpPr>
          <p:nvPr>
            <p:ph type="body" sz="quarter" idx="18"/>
          </p:nvPr>
        </p:nvSpPr>
        <p:spPr>
          <a:xfrm>
            <a:off x="16425607" y="7067667"/>
            <a:ext cx="6140138" cy="939800"/>
          </a:xfrm>
        </p:spPr>
        <p:txBody>
          <a:bodyPr lIns="91440" tIns="45720" rIns="91440" bIns="45720" anchor="t"/>
          <a:lstStyle/>
          <a:p>
            <a:r>
              <a:rPr lang="en-US" spc="-96">
                <a:latin typeface="Poppins"/>
                <a:cs typeface="Poppins"/>
              </a:rPr>
              <a:t>Dotnet publish defaults to non-root</a:t>
            </a:r>
            <a:endParaRPr lang="en-US" spc="-96"/>
          </a:p>
          <a:p>
            <a:r>
              <a:rPr lang="en-US" spc="-96">
                <a:latin typeface="Poppins"/>
                <a:cs typeface="Poppins"/>
              </a:rPr>
              <a:t>Picks –extra if needed</a:t>
            </a:r>
            <a:endParaRPr lang="en-US" spc="-96"/>
          </a:p>
        </p:txBody>
      </p:sp>
      <p:sp>
        <p:nvSpPr>
          <p:cNvPr id="8" name="Text Placeholder 7">
            <a:extLst>
              <a:ext uri="{FF2B5EF4-FFF2-40B4-BE49-F238E27FC236}">
                <a16:creationId xmlns:a16="http://schemas.microsoft.com/office/drawing/2014/main" id="{CB426AC8-85EC-0CAE-8C52-A4FF9011B5F3}"/>
              </a:ext>
            </a:extLst>
          </p:cNvPr>
          <p:cNvSpPr>
            <a:spLocks noGrp="1"/>
          </p:cNvSpPr>
          <p:nvPr>
            <p:ph type="body" sz="quarter" idx="20"/>
          </p:nvPr>
        </p:nvSpPr>
        <p:spPr/>
        <p:txBody>
          <a:bodyPr lIns="91440" tIns="45720" rIns="91440" bIns="45720" anchor="t"/>
          <a:lstStyle/>
          <a:p>
            <a:r>
              <a:rPr lang="en-US">
                <a:latin typeface="Poppins"/>
                <a:cs typeface="Poppins"/>
              </a:rPr>
              <a:t>Non-root</a:t>
            </a:r>
            <a:endParaRPr lang="en-US"/>
          </a:p>
        </p:txBody>
      </p:sp>
      <p:sp>
        <p:nvSpPr>
          <p:cNvPr id="9" name="Text Placeholder 8">
            <a:extLst>
              <a:ext uri="{FF2B5EF4-FFF2-40B4-BE49-F238E27FC236}">
                <a16:creationId xmlns:a16="http://schemas.microsoft.com/office/drawing/2014/main" id="{BD7D89F0-E685-6EF7-D2C1-7BD912BE884B}"/>
              </a:ext>
            </a:extLst>
          </p:cNvPr>
          <p:cNvSpPr>
            <a:spLocks noGrp="1"/>
          </p:cNvSpPr>
          <p:nvPr>
            <p:ph type="body" sz="quarter" idx="21"/>
          </p:nvPr>
        </p:nvSpPr>
        <p:spPr>
          <a:xfrm>
            <a:off x="1498645" y="7067667"/>
            <a:ext cx="6704565" cy="939800"/>
          </a:xfrm>
        </p:spPr>
        <p:txBody>
          <a:bodyPr lIns="91440" tIns="45720" rIns="91440" bIns="45720" anchor="t"/>
          <a:lstStyle/>
          <a:p>
            <a:r>
              <a:rPr lang="en-US" spc="-96">
                <a:latin typeface="Poppins"/>
                <a:cs typeface="Poppins"/>
              </a:rPr>
              <a:t>Least privilege mode</a:t>
            </a:r>
          </a:p>
          <a:p>
            <a:r>
              <a:rPr lang="en-US" spc="-96"/>
              <a:t>Easy to enable</a:t>
            </a:r>
          </a:p>
          <a:p>
            <a:r>
              <a:rPr lang="en-US" spc="-96">
                <a:latin typeface="Poppins"/>
                <a:cs typeface="Poppins"/>
              </a:rPr>
              <a:t>Default for chiseled</a:t>
            </a:r>
          </a:p>
          <a:p>
            <a:endParaRPr lang="en-US" spc="-96"/>
          </a:p>
        </p:txBody>
      </p:sp>
      <p:sp>
        <p:nvSpPr>
          <p:cNvPr id="10" name="Text Placeholder 9">
            <a:extLst>
              <a:ext uri="{FF2B5EF4-FFF2-40B4-BE49-F238E27FC236}">
                <a16:creationId xmlns:a16="http://schemas.microsoft.com/office/drawing/2014/main" id="{041C0A97-5565-6ACE-E1BF-A7C51610F5FB}"/>
              </a:ext>
            </a:extLst>
          </p:cNvPr>
          <p:cNvSpPr>
            <a:spLocks noGrp="1"/>
          </p:cNvSpPr>
          <p:nvPr>
            <p:ph type="body" sz="quarter" idx="10"/>
          </p:nvPr>
        </p:nvSpPr>
        <p:spPr>
          <a:xfrm>
            <a:off x="1140565" y="1500658"/>
            <a:ext cx="12927160" cy="939800"/>
          </a:xfrm>
        </p:spPr>
        <p:txBody>
          <a:bodyPr lIns="91440" tIns="45720" rIns="91440" bIns="45720" anchor="t"/>
          <a:lstStyle/>
          <a:p>
            <a:r>
              <a:rPr lang="en-US">
                <a:latin typeface="Poppins"/>
                <a:cs typeface="Poppins"/>
              </a:rPr>
              <a:t>Recap: .NET 8 / 9</a:t>
            </a:r>
            <a:endParaRPr lang="en-US"/>
          </a:p>
        </p:txBody>
      </p:sp>
      <p:sp>
        <p:nvSpPr>
          <p:cNvPr id="11" name="Text Placeholder 10">
            <a:extLst>
              <a:ext uri="{FF2B5EF4-FFF2-40B4-BE49-F238E27FC236}">
                <a16:creationId xmlns:a16="http://schemas.microsoft.com/office/drawing/2014/main" id="{45636140-576D-14C6-29F9-B809CADAAC95}"/>
              </a:ext>
            </a:extLst>
          </p:cNvPr>
          <p:cNvSpPr>
            <a:spLocks noGrp="1"/>
          </p:cNvSpPr>
          <p:nvPr>
            <p:ph type="body" sz="quarter" idx="11"/>
          </p:nvPr>
        </p:nvSpPr>
        <p:spPr/>
        <p:txBody>
          <a:bodyPr lIns="91440" tIns="45720" rIns="91440" bIns="45720" anchor="t"/>
          <a:lstStyle/>
          <a:p>
            <a:endParaRPr lang="en-US">
              <a:solidFill>
                <a:schemeClr val="bg2">
                  <a:lumMod val="75000"/>
                </a:schemeClr>
              </a:solidFill>
            </a:endParaRPr>
          </a:p>
        </p:txBody>
      </p:sp>
      <p:sp>
        <p:nvSpPr>
          <p:cNvPr id="19" name="Text Placeholder 18">
            <a:extLst>
              <a:ext uri="{FF2B5EF4-FFF2-40B4-BE49-F238E27FC236}">
                <a16:creationId xmlns:a16="http://schemas.microsoft.com/office/drawing/2014/main" id="{08EE5737-A518-6C0A-FDCC-7E28F704A029}"/>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3271438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62C36-0E4F-77E0-61E1-36910D90766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8FC67FC-BB41-4CFF-3493-9AC7119F0DBD}"/>
              </a:ext>
            </a:extLst>
          </p:cNvPr>
          <p:cNvSpPr>
            <a:spLocks noGrp="1"/>
          </p:cNvSpPr>
          <p:nvPr>
            <p:ph type="body" sz="quarter" idx="13"/>
          </p:nvPr>
        </p:nvSpPr>
        <p:spPr>
          <a:xfrm>
            <a:off x="8962126" y="7067667"/>
            <a:ext cx="6811612" cy="939800"/>
          </a:xfrm>
        </p:spPr>
        <p:txBody>
          <a:bodyPr lIns="91440" tIns="45720" rIns="91440" bIns="45720" anchor="t"/>
          <a:lstStyle/>
          <a:p>
            <a:endParaRPr lang="en-US" spc="-96"/>
          </a:p>
        </p:txBody>
      </p:sp>
      <p:sp>
        <p:nvSpPr>
          <p:cNvPr id="6" name="Text Placeholder 5">
            <a:extLst>
              <a:ext uri="{FF2B5EF4-FFF2-40B4-BE49-F238E27FC236}">
                <a16:creationId xmlns:a16="http://schemas.microsoft.com/office/drawing/2014/main" id="{B7972A1D-5186-CCC1-CA68-DB98223A59C7}"/>
              </a:ext>
            </a:extLst>
          </p:cNvPr>
          <p:cNvSpPr>
            <a:spLocks noGrp="1"/>
          </p:cNvSpPr>
          <p:nvPr>
            <p:ph type="body" sz="quarter" idx="18"/>
          </p:nvPr>
        </p:nvSpPr>
        <p:spPr>
          <a:xfrm>
            <a:off x="16425607" y="7067667"/>
            <a:ext cx="6140138" cy="939800"/>
          </a:xfrm>
        </p:spPr>
        <p:txBody>
          <a:bodyPr lIns="91440" tIns="45720" rIns="91440" bIns="45720" anchor="t"/>
          <a:lstStyle/>
          <a:p>
            <a:endParaRPr lang="en-US"/>
          </a:p>
        </p:txBody>
      </p:sp>
      <p:sp>
        <p:nvSpPr>
          <p:cNvPr id="10" name="Text Placeholder 9">
            <a:extLst>
              <a:ext uri="{FF2B5EF4-FFF2-40B4-BE49-F238E27FC236}">
                <a16:creationId xmlns:a16="http://schemas.microsoft.com/office/drawing/2014/main" id="{39C8160E-7CA8-4F69-573D-71E941361406}"/>
              </a:ext>
            </a:extLst>
          </p:cNvPr>
          <p:cNvSpPr>
            <a:spLocks noGrp="1"/>
          </p:cNvSpPr>
          <p:nvPr>
            <p:ph type="body" sz="quarter" idx="10"/>
          </p:nvPr>
        </p:nvSpPr>
        <p:spPr>
          <a:xfrm>
            <a:off x="1140565" y="1500658"/>
            <a:ext cx="21727249" cy="939800"/>
          </a:xfrm>
        </p:spPr>
        <p:txBody>
          <a:bodyPr lIns="91440" tIns="45720" rIns="91440" bIns="45720" anchor="t"/>
          <a:lstStyle/>
          <a:p>
            <a:r>
              <a:rPr lang="en-US">
                <a:latin typeface="Poppins"/>
                <a:cs typeface="Poppins"/>
              </a:rPr>
              <a:t>dotnet publish Basics</a:t>
            </a:r>
            <a:endParaRPr lang="en-US"/>
          </a:p>
        </p:txBody>
      </p:sp>
      <p:sp>
        <p:nvSpPr>
          <p:cNvPr id="11" name="Text Placeholder 10">
            <a:extLst>
              <a:ext uri="{FF2B5EF4-FFF2-40B4-BE49-F238E27FC236}">
                <a16:creationId xmlns:a16="http://schemas.microsoft.com/office/drawing/2014/main" id="{BB0E3F58-0D3A-93DD-C4F0-9658411CB5C8}"/>
              </a:ext>
            </a:extLst>
          </p:cNvPr>
          <p:cNvSpPr>
            <a:spLocks noGrp="1"/>
          </p:cNvSpPr>
          <p:nvPr>
            <p:ph type="body" sz="quarter" idx="11"/>
          </p:nvPr>
        </p:nvSpPr>
        <p:spPr>
          <a:xfrm>
            <a:off x="1140565" y="2858532"/>
            <a:ext cx="17622270" cy="2636328"/>
          </a:xfrm>
        </p:spPr>
        <p:txBody>
          <a:bodyPr lIns="91440" tIns="45720" rIns="91440" bIns="45720" anchor="t"/>
          <a:lstStyle/>
          <a:p>
            <a:r>
              <a:rPr lang="en-US">
                <a:solidFill>
                  <a:schemeClr val="bg2">
                    <a:lumMod val="75000"/>
                  </a:schemeClr>
                </a:solidFill>
                <a:latin typeface="Poppins"/>
                <a:cs typeface="Poppins"/>
              </a:rPr>
              <a:t>Live Demos</a:t>
            </a:r>
            <a:endParaRPr lang="en-US">
              <a:solidFill>
                <a:schemeClr val="bg2">
                  <a:lumMod val="75000"/>
                </a:schemeClr>
              </a:solidFill>
            </a:endParaRPr>
          </a:p>
        </p:txBody>
      </p:sp>
      <p:sp>
        <p:nvSpPr>
          <p:cNvPr id="7" name="Text Placeholder 6">
            <a:extLst>
              <a:ext uri="{FF2B5EF4-FFF2-40B4-BE49-F238E27FC236}">
                <a16:creationId xmlns:a16="http://schemas.microsoft.com/office/drawing/2014/main" id="{E366C039-2C99-2901-92C0-1C7BC5D40F97}"/>
              </a:ext>
            </a:extLst>
          </p:cNvPr>
          <p:cNvSpPr>
            <a:spLocks noGrp="1"/>
          </p:cNvSpPr>
          <p:nvPr>
            <p:ph type="body" sz="quarter" idx="20"/>
          </p:nvPr>
        </p:nvSpPr>
        <p:spPr/>
        <p:txBody>
          <a:bodyPr lIns="91440" tIns="45720" rIns="91440" bIns="45720" anchor="t"/>
          <a:lstStyle/>
          <a:p>
            <a:r>
              <a:rPr lang="en-US">
                <a:latin typeface="Poppins"/>
                <a:cs typeface="Poppins"/>
              </a:rPr>
              <a:t>Ubuntu</a:t>
            </a:r>
            <a:endParaRPr lang="en-US"/>
          </a:p>
        </p:txBody>
      </p:sp>
      <p:sp>
        <p:nvSpPr>
          <p:cNvPr id="16" name="Text Placeholder 15">
            <a:extLst>
              <a:ext uri="{FF2B5EF4-FFF2-40B4-BE49-F238E27FC236}">
                <a16:creationId xmlns:a16="http://schemas.microsoft.com/office/drawing/2014/main" id="{09E429A9-AB7B-3C6D-2687-C16A4A13F77F}"/>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3CF6287A-8B0A-8190-C816-E7C69DA2C170}"/>
              </a:ext>
            </a:extLst>
          </p:cNvPr>
          <p:cNvSpPr>
            <a:spLocks noGrp="1"/>
          </p:cNvSpPr>
          <p:nvPr>
            <p:ph type="body" sz="quarter" idx="12"/>
          </p:nvPr>
        </p:nvSpPr>
        <p:spPr/>
        <p:txBody>
          <a:bodyPr lIns="91440" tIns="45720" rIns="91440" bIns="45720" anchor="t"/>
          <a:lstStyle/>
          <a:p>
            <a:r>
              <a:rPr lang="en-US">
                <a:latin typeface="Poppins"/>
                <a:cs typeface="Poppins"/>
              </a:rPr>
              <a:t>Multi-arch</a:t>
            </a:r>
            <a:endParaRPr lang="en-US"/>
          </a:p>
        </p:txBody>
      </p:sp>
      <p:sp>
        <p:nvSpPr>
          <p:cNvPr id="20" name="Text Placeholder 19">
            <a:extLst>
              <a:ext uri="{FF2B5EF4-FFF2-40B4-BE49-F238E27FC236}">
                <a16:creationId xmlns:a16="http://schemas.microsoft.com/office/drawing/2014/main" id="{E7206118-E6CE-D864-57B2-F24EE934E0F1}"/>
              </a:ext>
            </a:extLst>
          </p:cNvPr>
          <p:cNvSpPr>
            <a:spLocks noGrp="1"/>
          </p:cNvSpPr>
          <p:nvPr>
            <p:ph type="body" sz="quarter" idx="17"/>
          </p:nvPr>
        </p:nvSpPr>
        <p:spPr/>
        <p:txBody>
          <a:bodyPr lIns="91440" tIns="45720" rIns="91440" bIns="45720" anchor="t"/>
          <a:lstStyle/>
          <a:p>
            <a:r>
              <a:rPr lang="en-US">
                <a:latin typeface="Poppins"/>
                <a:cs typeface="Poppins"/>
              </a:rPr>
              <a:t>-extra images</a:t>
            </a:r>
            <a:endParaRPr lang="en-US"/>
          </a:p>
        </p:txBody>
      </p:sp>
    </p:spTree>
    <p:extLst>
      <p:ext uri="{BB962C8B-B14F-4D97-AF65-F5344CB8AC3E}">
        <p14:creationId xmlns:p14="http://schemas.microsoft.com/office/powerpoint/2010/main" val="3475861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CEE0A7CB-9661-C7C0-AF92-75FA9E80724B}"/>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9297D2F8-F430-28F2-627E-D049C5FC235C}"/>
              </a:ext>
            </a:extLst>
          </p:cNvPr>
          <p:cNvSpPr/>
          <p:nvPr/>
        </p:nvSpPr>
        <p:spPr>
          <a:xfrm>
            <a:off x="114056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3" name="Rounded Rectangle 12">
            <a:extLst>
              <a:ext uri="{FF2B5EF4-FFF2-40B4-BE49-F238E27FC236}">
                <a16:creationId xmlns:a16="http://schemas.microsoft.com/office/drawing/2014/main" id="{4299FD8C-E6B6-0418-474F-C7E9E6138B8D}"/>
              </a:ext>
            </a:extLst>
          </p:cNvPr>
          <p:cNvSpPr/>
          <p:nvPr/>
        </p:nvSpPr>
        <p:spPr>
          <a:xfrm>
            <a:off x="8598641"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4" name="Rounded Rectangle 13">
            <a:extLst>
              <a:ext uri="{FF2B5EF4-FFF2-40B4-BE49-F238E27FC236}">
                <a16:creationId xmlns:a16="http://schemas.microsoft.com/office/drawing/2014/main" id="{95678E09-3CA9-0FCE-038A-169227FEB52B}"/>
              </a:ext>
            </a:extLst>
          </p:cNvPr>
          <p:cNvSpPr/>
          <p:nvPr/>
        </p:nvSpPr>
        <p:spPr>
          <a:xfrm>
            <a:off x="1605671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2" name="Text Placeholder 1">
            <a:extLst>
              <a:ext uri="{FF2B5EF4-FFF2-40B4-BE49-F238E27FC236}">
                <a16:creationId xmlns:a16="http://schemas.microsoft.com/office/drawing/2014/main" id="{403D746F-0E95-C491-C551-7408A234E9C8}"/>
              </a:ext>
            </a:extLst>
          </p:cNvPr>
          <p:cNvSpPr>
            <a:spLocks noGrp="1"/>
          </p:cNvSpPr>
          <p:nvPr>
            <p:ph type="body" sz="quarter" idx="12"/>
          </p:nvPr>
        </p:nvSpPr>
        <p:spPr/>
        <p:txBody>
          <a:bodyPr lIns="91440" tIns="45720" rIns="91440" bIns="45720" anchor="t"/>
          <a:lstStyle/>
          <a:p>
            <a:r>
              <a:rPr lang="en-US">
                <a:latin typeface="Poppins"/>
                <a:cs typeface="Poppins"/>
              </a:rPr>
              <a:t>Correctness</a:t>
            </a:r>
            <a:endParaRPr lang="en-US"/>
          </a:p>
        </p:txBody>
      </p:sp>
      <p:sp>
        <p:nvSpPr>
          <p:cNvPr id="3" name="Text Placeholder 2">
            <a:extLst>
              <a:ext uri="{FF2B5EF4-FFF2-40B4-BE49-F238E27FC236}">
                <a16:creationId xmlns:a16="http://schemas.microsoft.com/office/drawing/2014/main" id="{16DDF569-710A-5CFA-2411-7F79836BA69B}"/>
              </a:ext>
            </a:extLst>
          </p:cNvPr>
          <p:cNvSpPr>
            <a:spLocks noGrp="1"/>
          </p:cNvSpPr>
          <p:nvPr>
            <p:ph type="body" sz="quarter" idx="13"/>
          </p:nvPr>
        </p:nvSpPr>
        <p:spPr>
          <a:xfrm>
            <a:off x="8962126" y="7067667"/>
            <a:ext cx="6811612" cy="939800"/>
          </a:xfrm>
        </p:spPr>
        <p:txBody>
          <a:bodyPr lIns="91440" tIns="45720" rIns="91440" bIns="45720" anchor="t"/>
          <a:lstStyle/>
          <a:p>
            <a:r>
              <a:rPr lang="en-US" spc="-96">
                <a:latin typeface="Poppins"/>
                <a:cs typeface="Poppins"/>
              </a:rPr>
              <a:t>Create ideal containers for your projects</a:t>
            </a:r>
            <a:endParaRPr lang="en-US" spc="-96"/>
          </a:p>
        </p:txBody>
      </p:sp>
      <p:sp>
        <p:nvSpPr>
          <p:cNvPr id="5" name="Text Placeholder 4">
            <a:extLst>
              <a:ext uri="{FF2B5EF4-FFF2-40B4-BE49-F238E27FC236}">
                <a16:creationId xmlns:a16="http://schemas.microsoft.com/office/drawing/2014/main" id="{2A40BEC2-724E-9189-BCA6-04CE0094EC91}"/>
              </a:ext>
            </a:extLst>
          </p:cNvPr>
          <p:cNvSpPr>
            <a:spLocks noGrp="1"/>
          </p:cNvSpPr>
          <p:nvPr>
            <p:ph type="body" sz="quarter" idx="17"/>
          </p:nvPr>
        </p:nvSpPr>
        <p:spPr/>
        <p:txBody>
          <a:bodyPr lIns="91440" tIns="45720" rIns="91440" bIns="45720" anchor="t"/>
          <a:lstStyle/>
          <a:p>
            <a:r>
              <a:rPr lang="en-US">
                <a:latin typeface="Poppins"/>
                <a:cs typeface="Poppins"/>
              </a:rPr>
              <a:t>Integration</a:t>
            </a:r>
            <a:endParaRPr lang="en-US"/>
          </a:p>
        </p:txBody>
      </p:sp>
      <p:sp>
        <p:nvSpPr>
          <p:cNvPr id="6" name="Text Placeholder 5">
            <a:extLst>
              <a:ext uri="{FF2B5EF4-FFF2-40B4-BE49-F238E27FC236}">
                <a16:creationId xmlns:a16="http://schemas.microsoft.com/office/drawing/2014/main" id="{08482618-BCB1-B21F-6F09-23726E0C8501}"/>
              </a:ext>
            </a:extLst>
          </p:cNvPr>
          <p:cNvSpPr>
            <a:spLocks noGrp="1"/>
          </p:cNvSpPr>
          <p:nvPr>
            <p:ph type="body" sz="quarter" idx="18"/>
          </p:nvPr>
        </p:nvSpPr>
        <p:spPr>
          <a:xfrm>
            <a:off x="16425607" y="7067667"/>
            <a:ext cx="6140138" cy="939800"/>
          </a:xfrm>
        </p:spPr>
        <p:txBody>
          <a:bodyPr lIns="91440" tIns="45720" rIns="91440" bIns="45720" anchor="t"/>
          <a:lstStyle/>
          <a:p>
            <a:r>
              <a:rPr lang="en-US">
                <a:latin typeface="Poppins"/>
                <a:cs typeface="Poppins"/>
              </a:rPr>
              <a:t>Grows with you, goes where you go</a:t>
            </a:r>
            <a:endParaRPr lang="en-US"/>
          </a:p>
        </p:txBody>
      </p:sp>
      <p:sp>
        <p:nvSpPr>
          <p:cNvPr id="8" name="Text Placeholder 7">
            <a:extLst>
              <a:ext uri="{FF2B5EF4-FFF2-40B4-BE49-F238E27FC236}">
                <a16:creationId xmlns:a16="http://schemas.microsoft.com/office/drawing/2014/main" id="{8F51D180-EF9F-F833-8169-971D9EE13776}"/>
              </a:ext>
            </a:extLst>
          </p:cNvPr>
          <p:cNvSpPr>
            <a:spLocks noGrp="1"/>
          </p:cNvSpPr>
          <p:nvPr>
            <p:ph type="body" sz="quarter" idx="20"/>
          </p:nvPr>
        </p:nvSpPr>
        <p:spPr/>
        <p:txBody>
          <a:bodyPr lIns="91440" tIns="45720" rIns="91440" bIns="45720" anchor="t"/>
          <a:lstStyle/>
          <a:p>
            <a:r>
              <a:rPr lang="en-US">
                <a:latin typeface="Poppins"/>
                <a:cs typeface="Poppins"/>
              </a:rPr>
              <a:t>Performance</a:t>
            </a:r>
            <a:endParaRPr lang="en-US"/>
          </a:p>
        </p:txBody>
      </p:sp>
      <p:sp>
        <p:nvSpPr>
          <p:cNvPr id="9" name="Text Placeholder 8">
            <a:extLst>
              <a:ext uri="{FF2B5EF4-FFF2-40B4-BE49-F238E27FC236}">
                <a16:creationId xmlns:a16="http://schemas.microsoft.com/office/drawing/2014/main" id="{76C68A24-C0CD-CCAA-A5D7-C9EF49BBB9E0}"/>
              </a:ext>
            </a:extLst>
          </p:cNvPr>
          <p:cNvSpPr>
            <a:spLocks noGrp="1"/>
          </p:cNvSpPr>
          <p:nvPr>
            <p:ph type="body" sz="quarter" idx="21"/>
          </p:nvPr>
        </p:nvSpPr>
        <p:spPr>
          <a:xfrm>
            <a:off x="1498645" y="7067667"/>
            <a:ext cx="6704565" cy="939800"/>
          </a:xfrm>
        </p:spPr>
        <p:txBody>
          <a:bodyPr lIns="91440" tIns="45720" rIns="91440" bIns="45720" anchor="t"/>
          <a:lstStyle/>
          <a:p>
            <a:r>
              <a:rPr lang="en-US" spc="-96">
                <a:latin typeface="Poppins"/>
                <a:cs typeface="Poppins"/>
              </a:rPr>
              <a:t>Use </a:t>
            </a:r>
            <a:r>
              <a:rPr lang="en-US" spc="-96" err="1">
                <a:latin typeface="Poppins"/>
                <a:cs typeface="Poppins"/>
              </a:rPr>
              <a:t>MSBuild</a:t>
            </a:r>
            <a:r>
              <a:rPr lang="en-US" spc="-96">
                <a:latin typeface="Poppins"/>
                <a:cs typeface="Poppins"/>
              </a:rPr>
              <a:t> to eliminate re-work</a:t>
            </a:r>
            <a:endParaRPr lang="en-US" spc="-96"/>
          </a:p>
        </p:txBody>
      </p:sp>
      <p:sp>
        <p:nvSpPr>
          <p:cNvPr id="10" name="Text Placeholder 9">
            <a:extLst>
              <a:ext uri="{FF2B5EF4-FFF2-40B4-BE49-F238E27FC236}">
                <a16:creationId xmlns:a16="http://schemas.microsoft.com/office/drawing/2014/main" id="{AABA7608-C7B2-6249-EFA6-B8483254F1E4}"/>
              </a:ext>
            </a:extLst>
          </p:cNvPr>
          <p:cNvSpPr>
            <a:spLocks noGrp="1"/>
          </p:cNvSpPr>
          <p:nvPr>
            <p:ph type="body" sz="quarter" idx="10"/>
          </p:nvPr>
        </p:nvSpPr>
        <p:spPr>
          <a:xfrm>
            <a:off x="1140565" y="1500658"/>
            <a:ext cx="21727249" cy="939800"/>
          </a:xfrm>
        </p:spPr>
        <p:txBody>
          <a:bodyPr lIns="91440" tIns="45720" rIns="91440" bIns="45720" anchor="t"/>
          <a:lstStyle/>
          <a:p>
            <a:r>
              <a:rPr lang="en-US">
                <a:latin typeface="Poppins"/>
                <a:cs typeface="Poppins"/>
              </a:rPr>
              <a:t>.NET SDK Containerization</a:t>
            </a:r>
            <a:endParaRPr lang="en-US"/>
          </a:p>
        </p:txBody>
      </p:sp>
      <p:sp>
        <p:nvSpPr>
          <p:cNvPr id="11" name="Text Placeholder 10">
            <a:extLst>
              <a:ext uri="{FF2B5EF4-FFF2-40B4-BE49-F238E27FC236}">
                <a16:creationId xmlns:a16="http://schemas.microsoft.com/office/drawing/2014/main" id="{5DEBE47E-682D-8332-E93A-FC570CB6D0AC}"/>
              </a:ext>
            </a:extLst>
          </p:cNvPr>
          <p:cNvSpPr>
            <a:spLocks noGrp="1"/>
          </p:cNvSpPr>
          <p:nvPr>
            <p:ph type="body" sz="quarter" idx="11"/>
          </p:nvPr>
        </p:nvSpPr>
        <p:spPr>
          <a:xfrm>
            <a:off x="1140565" y="2858532"/>
            <a:ext cx="17622270" cy="2636328"/>
          </a:xfrm>
        </p:spPr>
        <p:txBody>
          <a:bodyPr lIns="91440" tIns="45720" rIns="91440" bIns="45720" anchor="t"/>
          <a:lstStyle/>
          <a:p>
            <a:r>
              <a:rPr lang="en-US">
                <a:solidFill>
                  <a:schemeClr val="bg2">
                    <a:lumMod val="75000"/>
                  </a:schemeClr>
                </a:solidFill>
                <a:latin typeface="Poppins"/>
                <a:cs typeface="Poppins"/>
              </a:rPr>
              <a:t>Why it matters</a:t>
            </a:r>
            <a:endParaRPr lang="en-US">
              <a:solidFill>
                <a:schemeClr val="bg2">
                  <a:lumMod val="75000"/>
                </a:schemeClr>
              </a:solidFill>
            </a:endParaRPr>
          </a:p>
        </p:txBody>
      </p:sp>
    </p:spTree>
    <p:extLst>
      <p:ext uri="{BB962C8B-B14F-4D97-AF65-F5344CB8AC3E}">
        <p14:creationId xmlns:p14="http://schemas.microsoft.com/office/powerpoint/2010/main" val="2571814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6C97D6C6-A1E4-5871-E35D-8DB0D8AEA93F}"/>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EDFE8BD4-A8BD-C7B4-FB0C-758ECBDFC9EF}"/>
              </a:ext>
            </a:extLst>
          </p:cNvPr>
          <p:cNvSpPr/>
          <p:nvPr/>
        </p:nvSpPr>
        <p:spPr>
          <a:xfrm>
            <a:off x="114056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3" name="Rounded Rectangle 12">
            <a:extLst>
              <a:ext uri="{FF2B5EF4-FFF2-40B4-BE49-F238E27FC236}">
                <a16:creationId xmlns:a16="http://schemas.microsoft.com/office/drawing/2014/main" id="{17558464-143C-518C-8366-E2A104791D63}"/>
              </a:ext>
            </a:extLst>
          </p:cNvPr>
          <p:cNvSpPr/>
          <p:nvPr/>
        </p:nvSpPr>
        <p:spPr>
          <a:xfrm>
            <a:off x="8598641"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14" name="Rounded Rectangle 13">
            <a:extLst>
              <a:ext uri="{FF2B5EF4-FFF2-40B4-BE49-F238E27FC236}">
                <a16:creationId xmlns:a16="http://schemas.microsoft.com/office/drawing/2014/main" id="{2F9CB515-1930-2C51-5A19-76422E4E70DF}"/>
              </a:ext>
            </a:extLst>
          </p:cNvPr>
          <p:cNvSpPr/>
          <p:nvPr/>
        </p:nvSpPr>
        <p:spPr>
          <a:xfrm>
            <a:off x="16056716" y="5892801"/>
            <a:ext cx="7191802" cy="5232399"/>
          </a:xfrm>
          <a:prstGeom prst="roundRect">
            <a:avLst>
              <a:gd name="adj" fmla="val 53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endParaRPr>
          </a:p>
        </p:txBody>
      </p:sp>
      <p:sp>
        <p:nvSpPr>
          <p:cNvPr id="2" name="Text Placeholder 1">
            <a:extLst>
              <a:ext uri="{FF2B5EF4-FFF2-40B4-BE49-F238E27FC236}">
                <a16:creationId xmlns:a16="http://schemas.microsoft.com/office/drawing/2014/main" id="{06C69DEC-4195-B00D-16D3-5AA03552C3D8}"/>
              </a:ext>
            </a:extLst>
          </p:cNvPr>
          <p:cNvSpPr>
            <a:spLocks noGrp="1"/>
          </p:cNvSpPr>
          <p:nvPr>
            <p:ph type="body" sz="quarter" idx="12"/>
          </p:nvPr>
        </p:nvSpPr>
        <p:spPr/>
        <p:txBody>
          <a:bodyPr lIns="91440" tIns="45720" rIns="91440" bIns="45720" anchor="t"/>
          <a:lstStyle/>
          <a:p>
            <a:r>
              <a:rPr lang="en-US">
                <a:latin typeface="Poppins"/>
                <a:cs typeface="Poppins"/>
              </a:rPr>
              <a:t>Push to Insecure Registries</a:t>
            </a:r>
            <a:endParaRPr lang="en-US"/>
          </a:p>
        </p:txBody>
      </p:sp>
      <p:sp>
        <p:nvSpPr>
          <p:cNvPr id="3" name="Text Placeholder 2">
            <a:extLst>
              <a:ext uri="{FF2B5EF4-FFF2-40B4-BE49-F238E27FC236}">
                <a16:creationId xmlns:a16="http://schemas.microsoft.com/office/drawing/2014/main" id="{9CD216AA-2BE1-6613-1979-074238962612}"/>
              </a:ext>
            </a:extLst>
          </p:cNvPr>
          <p:cNvSpPr>
            <a:spLocks noGrp="1"/>
          </p:cNvSpPr>
          <p:nvPr>
            <p:ph type="body" sz="quarter" idx="13"/>
          </p:nvPr>
        </p:nvSpPr>
        <p:spPr>
          <a:xfrm>
            <a:off x="8962126" y="7067667"/>
            <a:ext cx="6811612" cy="939800"/>
          </a:xfrm>
        </p:spPr>
        <p:txBody>
          <a:bodyPr lIns="91440" tIns="45720" rIns="91440" bIns="45720" anchor="t"/>
          <a:lstStyle/>
          <a:p>
            <a:endParaRPr lang="en-US" spc="-96"/>
          </a:p>
        </p:txBody>
      </p:sp>
      <p:sp>
        <p:nvSpPr>
          <p:cNvPr id="5" name="Text Placeholder 4">
            <a:extLst>
              <a:ext uri="{FF2B5EF4-FFF2-40B4-BE49-F238E27FC236}">
                <a16:creationId xmlns:a16="http://schemas.microsoft.com/office/drawing/2014/main" id="{3437C663-912A-8D6E-28DE-93BF382A4163}"/>
              </a:ext>
            </a:extLst>
          </p:cNvPr>
          <p:cNvSpPr>
            <a:spLocks noGrp="1"/>
          </p:cNvSpPr>
          <p:nvPr>
            <p:ph type="body" sz="quarter" idx="17"/>
          </p:nvPr>
        </p:nvSpPr>
        <p:spPr/>
        <p:txBody>
          <a:bodyPr lIns="91440" tIns="45720" rIns="91440" bIns="45720" anchor="t"/>
          <a:lstStyle/>
          <a:p>
            <a:r>
              <a:rPr lang="en-US">
                <a:latin typeface="Poppins"/>
                <a:cs typeface="Poppins"/>
              </a:rPr>
              <a:t>Support for OCI formats</a:t>
            </a:r>
            <a:endParaRPr lang="en-US"/>
          </a:p>
        </p:txBody>
      </p:sp>
      <p:sp>
        <p:nvSpPr>
          <p:cNvPr id="6" name="Text Placeholder 5">
            <a:extLst>
              <a:ext uri="{FF2B5EF4-FFF2-40B4-BE49-F238E27FC236}">
                <a16:creationId xmlns:a16="http://schemas.microsoft.com/office/drawing/2014/main" id="{3B6E8F35-A41A-7335-177B-1E8A07F059B0}"/>
              </a:ext>
            </a:extLst>
          </p:cNvPr>
          <p:cNvSpPr>
            <a:spLocks noGrp="1"/>
          </p:cNvSpPr>
          <p:nvPr>
            <p:ph type="body" sz="quarter" idx="18"/>
          </p:nvPr>
        </p:nvSpPr>
        <p:spPr>
          <a:xfrm>
            <a:off x="16425607" y="7067667"/>
            <a:ext cx="6140138" cy="939800"/>
          </a:xfrm>
        </p:spPr>
        <p:txBody>
          <a:bodyPr lIns="91440" tIns="45720" rIns="91440" bIns="45720" anchor="t"/>
          <a:lstStyle/>
          <a:p>
            <a:endParaRPr lang="en-US"/>
          </a:p>
        </p:txBody>
      </p:sp>
      <p:sp>
        <p:nvSpPr>
          <p:cNvPr id="8" name="Text Placeholder 7">
            <a:extLst>
              <a:ext uri="{FF2B5EF4-FFF2-40B4-BE49-F238E27FC236}">
                <a16:creationId xmlns:a16="http://schemas.microsoft.com/office/drawing/2014/main" id="{492D5253-E611-D3A1-5780-C339BD82F490}"/>
              </a:ext>
            </a:extLst>
          </p:cNvPr>
          <p:cNvSpPr>
            <a:spLocks noGrp="1"/>
          </p:cNvSpPr>
          <p:nvPr>
            <p:ph type="body" sz="quarter" idx="20"/>
          </p:nvPr>
        </p:nvSpPr>
        <p:spPr/>
        <p:txBody>
          <a:bodyPr lIns="91440" tIns="45720" rIns="91440" bIns="45720" anchor="t"/>
          <a:lstStyle/>
          <a:p>
            <a:r>
              <a:rPr lang="en-US">
                <a:latin typeface="Poppins"/>
                <a:cs typeface="Poppins"/>
              </a:rPr>
              <a:t>Multi-arch!</a:t>
            </a:r>
            <a:endParaRPr lang="en-US"/>
          </a:p>
        </p:txBody>
      </p:sp>
      <p:sp>
        <p:nvSpPr>
          <p:cNvPr id="9" name="Text Placeholder 8">
            <a:extLst>
              <a:ext uri="{FF2B5EF4-FFF2-40B4-BE49-F238E27FC236}">
                <a16:creationId xmlns:a16="http://schemas.microsoft.com/office/drawing/2014/main" id="{067A3D96-6DB8-0292-2D21-B50F562F80C1}"/>
              </a:ext>
            </a:extLst>
          </p:cNvPr>
          <p:cNvSpPr>
            <a:spLocks noGrp="1"/>
          </p:cNvSpPr>
          <p:nvPr>
            <p:ph type="body" sz="quarter" idx="21"/>
          </p:nvPr>
        </p:nvSpPr>
        <p:spPr>
          <a:xfrm>
            <a:off x="1498645" y="7067667"/>
            <a:ext cx="6704565" cy="939800"/>
          </a:xfrm>
        </p:spPr>
        <p:txBody>
          <a:bodyPr lIns="91440" tIns="45720" rIns="91440" bIns="45720" anchor="t"/>
          <a:lstStyle/>
          <a:p>
            <a:r>
              <a:rPr lang="en-US" spc="-96">
                <a:latin typeface="Poppins"/>
                <a:cs typeface="Poppins"/>
              </a:rPr>
              <a:t>One command, many platforms</a:t>
            </a:r>
            <a:endParaRPr lang="en-US" spc="-96"/>
          </a:p>
        </p:txBody>
      </p:sp>
      <p:sp>
        <p:nvSpPr>
          <p:cNvPr id="10" name="Text Placeholder 9">
            <a:extLst>
              <a:ext uri="{FF2B5EF4-FFF2-40B4-BE49-F238E27FC236}">
                <a16:creationId xmlns:a16="http://schemas.microsoft.com/office/drawing/2014/main" id="{E07CF5A5-CBFB-8275-9653-E497F326F2E7}"/>
              </a:ext>
            </a:extLst>
          </p:cNvPr>
          <p:cNvSpPr>
            <a:spLocks noGrp="1"/>
          </p:cNvSpPr>
          <p:nvPr>
            <p:ph type="body" sz="quarter" idx="10"/>
          </p:nvPr>
        </p:nvSpPr>
        <p:spPr>
          <a:xfrm>
            <a:off x="1140565" y="1500658"/>
            <a:ext cx="21727249" cy="939800"/>
          </a:xfrm>
        </p:spPr>
        <p:txBody>
          <a:bodyPr lIns="91440" tIns="45720" rIns="91440" bIns="45720" anchor="t"/>
          <a:lstStyle/>
          <a:p>
            <a:r>
              <a:rPr lang="en-US">
                <a:latin typeface="Poppins"/>
                <a:cs typeface="Poppins"/>
              </a:rPr>
              <a:t>.NET SDK Containerization</a:t>
            </a:r>
            <a:endParaRPr lang="en-US"/>
          </a:p>
        </p:txBody>
      </p:sp>
      <p:sp>
        <p:nvSpPr>
          <p:cNvPr id="11" name="Text Placeholder 10">
            <a:extLst>
              <a:ext uri="{FF2B5EF4-FFF2-40B4-BE49-F238E27FC236}">
                <a16:creationId xmlns:a16="http://schemas.microsoft.com/office/drawing/2014/main" id="{CA23F52F-47A2-EFFE-21C5-617821066746}"/>
              </a:ext>
            </a:extLst>
          </p:cNvPr>
          <p:cNvSpPr>
            <a:spLocks noGrp="1"/>
          </p:cNvSpPr>
          <p:nvPr>
            <p:ph type="body" sz="quarter" idx="11"/>
          </p:nvPr>
        </p:nvSpPr>
        <p:spPr>
          <a:xfrm>
            <a:off x="1140565" y="2858532"/>
            <a:ext cx="17622270" cy="2636328"/>
          </a:xfrm>
        </p:spPr>
        <p:txBody>
          <a:bodyPr lIns="91440" tIns="45720" rIns="91440" bIns="45720" anchor="t"/>
          <a:lstStyle/>
          <a:p>
            <a:r>
              <a:rPr lang="en-US">
                <a:solidFill>
                  <a:schemeClr val="bg2">
                    <a:lumMod val="75000"/>
                  </a:schemeClr>
                </a:solidFill>
                <a:latin typeface="Poppins"/>
                <a:cs typeface="Poppins"/>
              </a:rPr>
              <a:t>What's new in .NET 10</a:t>
            </a:r>
            <a:endParaRPr lang="en-US">
              <a:solidFill>
                <a:schemeClr val="bg2">
                  <a:lumMod val="75000"/>
                </a:schemeClr>
              </a:solidFill>
            </a:endParaRPr>
          </a:p>
        </p:txBody>
      </p:sp>
    </p:spTree>
    <p:extLst>
      <p:ext uri="{BB962C8B-B14F-4D97-AF65-F5344CB8AC3E}">
        <p14:creationId xmlns:p14="http://schemas.microsoft.com/office/powerpoint/2010/main" val="1555122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CCA7B5B0-3826-9E22-57C1-2A4B8B00218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C5FF99-0A38-DFF6-7CA4-90D0F45F5C7C}"/>
              </a:ext>
            </a:extLst>
          </p:cNvPr>
          <p:cNvSpPr>
            <a:spLocks noGrp="1"/>
          </p:cNvSpPr>
          <p:nvPr>
            <p:ph type="body" sz="quarter" idx="10"/>
          </p:nvPr>
        </p:nvSpPr>
        <p:spPr>
          <a:xfrm>
            <a:off x="1140565" y="1066800"/>
            <a:ext cx="9735388" cy="929961"/>
          </a:xfrm>
        </p:spPr>
        <p:txBody>
          <a:bodyPr lIns="91440" tIns="45720" rIns="91440" bIns="45720" anchor="t"/>
          <a:lstStyle/>
          <a:p>
            <a:r>
              <a:rPr lang="en-US" sz="9600" b="1">
                <a:latin typeface="Poppins"/>
                <a:cs typeface="Poppins"/>
              </a:rPr>
              <a:t>User Impact</a:t>
            </a:r>
            <a:endParaRPr lang="en-US" sz="9600" b="1"/>
          </a:p>
        </p:txBody>
      </p:sp>
      <p:sp>
        <p:nvSpPr>
          <p:cNvPr id="3" name="Text Placeholder 2">
            <a:extLst>
              <a:ext uri="{FF2B5EF4-FFF2-40B4-BE49-F238E27FC236}">
                <a16:creationId xmlns:a16="http://schemas.microsoft.com/office/drawing/2014/main" id="{52670048-02F9-41EC-D630-60783A6AC9E6}"/>
              </a:ext>
            </a:extLst>
          </p:cNvPr>
          <p:cNvSpPr>
            <a:spLocks noGrp="1"/>
          </p:cNvSpPr>
          <p:nvPr>
            <p:ph type="body" sz="quarter" idx="11"/>
          </p:nvPr>
        </p:nvSpPr>
        <p:spPr>
          <a:xfrm>
            <a:off x="1140565" y="2542282"/>
            <a:ext cx="12657127" cy="890605"/>
          </a:xfrm>
        </p:spPr>
        <p:txBody>
          <a:bodyPr lIns="91440" tIns="45720" rIns="91440" bIns="45720" anchor="t"/>
          <a:lstStyle/>
          <a:p>
            <a:r>
              <a:rPr lang="en-US" sz="9600" b="0">
                <a:solidFill>
                  <a:schemeClr val="bg2">
                    <a:lumMod val="75000"/>
                  </a:schemeClr>
                </a:solidFill>
                <a:latin typeface="Poppins"/>
                <a:cs typeface="Poppins"/>
              </a:rPr>
              <a:t>Microsoft Defender</a:t>
            </a:r>
            <a:endParaRPr lang="en-US" sz="9600" b="0">
              <a:solidFill>
                <a:schemeClr val="bg2">
                  <a:lumMod val="75000"/>
                </a:schemeClr>
              </a:solidFill>
            </a:endParaRPr>
          </a:p>
        </p:txBody>
      </p:sp>
      <p:sp>
        <p:nvSpPr>
          <p:cNvPr id="4" name="Text Placeholder 3">
            <a:extLst>
              <a:ext uri="{FF2B5EF4-FFF2-40B4-BE49-F238E27FC236}">
                <a16:creationId xmlns:a16="http://schemas.microsoft.com/office/drawing/2014/main" id="{4165F9FF-7E8F-CA69-00CD-88C71A389091}"/>
              </a:ext>
            </a:extLst>
          </p:cNvPr>
          <p:cNvSpPr>
            <a:spLocks noGrp="1"/>
          </p:cNvSpPr>
          <p:nvPr>
            <p:ph type="body" sz="quarter" idx="13"/>
          </p:nvPr>
        </p:nvSpPr>
        <p:spPr>
          <a:xfrm>
            <a:off x="9742118" y="1071896"/>
            <a:ext cx="9384890" cy="926645"/>
          </a:xfrm>
        </p:spPr>
        <p:txBody>
          <a:bodyPr lIns="91440" tIns="45720" rIns="91440" bIns="45720" anchor="t"/>
          <a:lstStyle/>
          <a:p>
            <a:endParaRPr lang="en-US"/>
          </a:p>
        </p:txBody>
      </p:sp>
      <p:sp>
        <p:nvSpPr>
          <p:cNvPr id="5" name="Text Placeholder 4">
            <a:extLst>
              <a:ext uri="{FF2B5EF4-FFF2-40B4-BE49-F238E27FC236}">
                <a16:creationId xmlns:a16="http://schemas.microsoft.com/office/drawing/2014/main" id="{CA5CCF00-8F23-3D53-A6D8-F1E12849CBAF}"/>
              </a:ext>
            </a:extLst>
          </p:cNvPr>
          <p:cNvSpPr>
            <a:spLocks noGrp="1"/>
          </p:cNvSpPr>
          <p:nvPr>
            <p:ph type="body" sz="quarter" idx="4294967295"/>
          </p:nvPr>
        </p:nvSpPr>
        <p:spPr>
          <a:xfrm>
            <a:off x="1541978" y="5626101"/>
            <a:ext cx="9866506" cy="939800"/>
          </a:xfrm>
          <a:prstGeom prst="rect">
            <a:avLst/>
          </a:prstGeom>
        </p:spPr>
        <p:txBody>
          <a:bodyPr lIns="91440" tIns="45720" rIns="91440" bIns="45720" anchor="ctr"/>
          <a:lstStyle/>
          <a:p>
            <a:pPr marL="0" indent="0" algn="ctr">
              <a:buNone/>
            </a:pPr>
            <a:r>
              <a:rPr lang="en-US">
                <a:latin typeface="Aptos"/>
              </a:rPr>
              <a:t>Hundreds of distinct services</a:t>
            </a:r>
            <a:endParaRPr lang="en-US"/>
          </a:p>
        </p:txBody>
      </p:sp>
      <p:sp>
        <p:nvSpPr>
          <p:cNvPr id="6" name="Text Placeholder 5">
            <a:extLst>
              <a:ext uri="{FF2B5EF4-FFF2-40B4-BE49-F238E27FC236}">
                <a16:creationId xmlns:a16="http://schemas.microsoft.com/office/drawing/2014/main" id="{4A2C1263-DC48-9279-F94C-04DB20BBF155}"/>
              </a:ext>
            </a:extLst>
          </p:cNvPr>
          <p:cNvSpPr>
            <a:spLocks noGrp="1"/>
          </p:cNvSpPr>
          <p:nvPr>
            <p:ph type="body" sz="quarter" idx="4294967295"/>
          </p:nvPr>
        </p:nvSpPr>
        <p:spPr>
          <a:xfrm>
            <a:off x="12946578" y="5626101"/>
            <a:ext cx="9866506" cy="939800"/>
          </a:xfrm>
          <a:prstGeom prst="rect">
            <a:avLst/>
          </a:prstGeom>
        </p:spPr>
        <p:txBody>
          <a:bodyPr lIns="91440" tIns="45720" rIns="91440" bIns="45720" anchor="ctr"/>
          <a:lstStyle/>
          <a:p>
            <a:pPr marL="0" indent="0" algn="ctr">
              <a:buNone/>
            </a:pPr>
            <a:r>
              <a:rPr lang="en-US">
                <a:latin typeface="Aptos"/>
              </a:rPr>
              <a:t>Saved </a:t>
            </a:r>
            <a:r>
              <a:rPr lang="en-US" i="1">
                <a:latin typeface="Aptos"/>
              </a:rPr>
              <a:t>hundreds of days</a:t>
            </a:r>
            <a:r>
              <a:rPr lang="en-US">
                <a:latin typeface="Aptos"/>
              </a:rPr>
              <a:t> of CI time per 24-hour period</a:t>
            </a:r>
          </a:p>
        </p:txBody>
      </p:sp>
      <p:sp>
        <p:nvSpPr>
          <p:cNvPr id="7" name="Text Placeholder 6">
            <a:extLst>
              <a:ext uri="{FF2B5EF4-FFF2-40B4-BE49-F238E27FC236}">
                <a16:creationId xmlns:a16="http://schemas.microsoft.com/office/drawing/2014/main" id="{BFD9331A-7844-6178-63FA-2E36F2135B0B}"/>
              </a:ext>
            </a:extLst>
          </p:cNvPr>
          <p:cNvSpPr>
            <a:spLocks noGrp="1"/>
          </p:cNvSpPr>
          <p:nvPr>
            <p:ph type="body" sz="quarter" idx="4294967295"/>
          </p:nvPr>
        </p:nvSpPr>
        <p:spPr>
          <a:xfrm>
            <a:off x="1541978" y="7353301"/>
            <a:ext cx="9866506" cy="939800"/>
          </a:xfrm>
          <a:prstGeom prst="rect">
            <a:avLst/>
          </a:prstGeom>
        </p:spPr>
        <p:txBody>
          <a:bodyPr lIns="91440" tIns="45720" rIns="91440" bIns="45720" anchor="ctr"/>
          <a:lstStyle/>
          <a:p>
            <a:pPr marL="0" indent="0" algn="ctr">
              <a:buNone/>
            </a:pPr>
            <a:r>
              <a:rPr lang="en-US">
                <a:latin typeface="Aptos"/>
              </a:rPr>
              <a:t>x64 and ARM64 images</a:t>
            </a:r>
            <a:endParaRPr lang="en-US"/>
          </a:p>
        </p:txBody>
      </p:sp>
      <p:sp>
        <p:nvSpPr>
          <p:cNvPr id="8" name="Text Placeholder 7">
            <a:extLst>
              <a:ext uri="{FF2B5EF4-FFF2-40B4-BE49-F238E27FC236}">
                <a16:creationId xmlns:a16="http://schemas.microsoft.com/office/drawing/2014/main" id="{592E928D-AA44-4046-5219-62042652BB44}"/>
              </a:ext>
            </a:extLst>
          </p:cNvPr>
          <p:cNvSpPr>
            <a:spLocks noGrp="1"/>
          </p:cNvSpPr>
          <p:nvPr>
            <p:ph type="body" sz="quarter" idx="4294967295"/>
          </p:nvPr>
        </p:nvSpPr>
        <p:spPr>
          <a:xfrm>
            <a:off x="12946578" y="7353301"/>
            <a:ext cx="9866506" cy="939800"/>
          </a:xfrm>
          <a:prstGeom prst="rect">
            <a:avLst/>
          </a:prstGeom>
        </p:spPr>
        <p:txBody>
          <a:bodyPr lIns="91440" tIns="45720" rIns="91440" bIns="45720" anchor="ctr"/>
          <a:lstStyle/>
          <a:p>
            <a:pPr marL="0" indent="0" algn="ctr">
              <a:buNone/>
            </a:pPr>
            <a:r>
              <a:rPr lang="en-US">
                <a:latin typeface="Aptos"/>
              </a:rPr>
              <a:t>Pipeline time cut in half (at least!)</a:t>
            </a:r>
          </a:p>
        </p:txBody>
      </p:sp>
      <p:sp>
        <p:nvSpPr>
          <p:cNvPr id="9" name="Text Placeholder 8">
            <a:extLst>
              <a:ext uri="{FF2B5EF4-FFF2-40B4-BE49-F238E27FC236}">
                <a16:creationId xmlns:a16="http://schemas.microsoft.com/office/drawing/2014/main" id="{94BD23CC-B2E6-5E6B-230E-DF5E19792661}"/>
              </a:ext>
            </a:extLst>
          </p:cNvPr>
          <p:cNvSpPr>
            <a:spLocks noGrp="1"/>
          </p:cNvSpPr>
          <p:nvPr>
            <p:ph type="body" sz="quarter" idx="4294967295"/>
          </p:nvPr>
        </p:nvSpPr>
        <p:spPr>
          <a:xfrm>
            <a:off x="1541978" y="9080501"/>
            <a:ext cx="9866506" cy="939800"/>
          </a:xfrm>
          <a:prstGeom prst="rect">
            <a:avLst/>
          </a:prstGeom>
        </p:spPr>
        <p:txBody>
          <a:bodyPr lIns="91440" tIns="45720" rIns="91440" bIns="45720" anchor="ctr"/>
          <a:lstStyle/>
          <a:p>
            <a:pPr marL="0" indent="0" algn="ctr">
              <a:buNone/>
            </a:pPr>
            <a:r>
              <a:rPr lang="en-US">
                <a:latin typeface="Aptos"/>
                <a:cs typeface="Arial"/>
              </a:rPr>
              <a:t>Seamless hardware deployment between dev and prod</a:t>
            </a:r>
          </a:p>
        </p:txBody>
      </p:sp>
      <p:sp>
        <p:nvSpPr>
          <p:cNvPr id="10" name="Text Placeholder 9">
            <a:extLst>
              <a:ext uri="{FF2B5EF4-FFF2-40B4-BE49-F238E27FC236}">
                <a16:creationId xmlns:a16="http://schemas.microsoft.com/office/drawing/2014/main" id="{0FAEAFCC-5BA0-6181-860B-358243EEBDAF}"/>
              </a:ext>
            </a:extLst>
          </p:cNvPr>
          <p:cNvSpPr>
            <a:spLocks noGrp="1"/>
          </p:cNvSpPr>
          <p:nvPr>
            <p:ph type="body" sz="quarter" idx="4294967295"/>
          </p:nvPr>
        </p:nvSpPr>
        <p:spPr>
          <a:xfrm>
            <a:off x="12946578" y="9080501"/>
            <a:ext cx="9866506" cy="939800"/>
          </a:xfrm>
          <a:prstGeom prst="rect">
            <a:avLst/>
          </a:prstGeom>
        </p:spPr>
        <p:txBody>
          <a:bodyPr lIns="91440" tIns="45720" rIns="91440" bIns="45720" anchor="ctr"/>
          <a:lstStyle/>
          <a:p>
            <a:pPr marL="0" indent="0" algn="ctr">
              <a:buNone/>
            </a:pPr>
            <a:r>
              <a:rPr lang="en-US">
                <a:latin typeface="Aptos"/>
              </a:rPr>
              <a:t>Simple migration to .NET 10 – sometimes one property!</a:t>
            </a:r>
            <a:endParaRPr lang="en-US">
              <a:latin typeface="Aptos" panose="020B0004020202020204" pitchFamily="34" charset="0"/>
            </a:endParaRPr>
          </a:p>
        </p:txBody>
      </p:sp>
    </p:spTree>
    <p:extLst>
      <p:ext uri="{BB962C8B-B14F-4D97-AF65-F5344CB8AC3E}">
        <p14:creationId xmlns:p14="http://schemas.microsoft.com/office/powerpoint/2010/main" val="380860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B739E73A-E26A-C09F-490B-7A0CA716CC5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5286251-CD22-C7A6-CB0B-751208C59327}"/>
              </a:ext>
            </a:extLst>
          </p:cNvPr>
          <p:cNvSpPr>
            <a:spLocks noGrp="1"/>
          </p:cNvSpPr>
          <p:nvPr>
            <p:ph type="body" sz="quarter" idx="13"/>
          </p:nvPr>
        </p:nvSpPr>
        <p:spPr>
          <a:xfrm>
            <a:off x="8962126" y="7067667"/>
            <a:ext cx="6811612" cy="939800"/>
          </a:xfrm>
        </p:spPr>
        <p:txBody>
          <a:bodyPr lIns="91440" tIns="45720" rIns="91440" bIns="45720" anchor="t"/>
          <a:lstStyle/>
          <a:p>
            <a:endParaRPr lang="en-US" spc="-96"/>
          </a:p>
        </p:txBody>
      </p:sp>
      <p:sp>
        <p:nvSpPr>
          <p:cNvPr id="6" name="Text Placeholder 5">
            <a:extLst>
              <a:ext uri="{FF2B5EF4-FFF2-40B4-BE49-F238E27FC236}">
                <a16:creationId xmlns:a16="http://schemas.microsoft.com/office/drawing/2014/main" id="{FDC97571-48F3-701C-95F5-043F76812259}"/>
              </a:ext>
            </a:extLst>
          </p:cNvPr>
          <p:cNvSpPr>
            <a:spLocks noGrp="1"/>
          </p:cNvSpPr>
          <p:nvPr>
            <p:ph type="body" sz="quarter" idx="18"/>
          </p:nvPr>
        </p:nvSpPr>
        <p:spPr>
          <a:xfrm>
            <a:off x="16425607" y="7067667"/>
            <a:ext cx="6140138" cy="939800"/>
          </a:xfrm>
        </p:spPr>
        <p:txBody>
          <a:bodyPr lIns="91440" tIns="45720" rIns="91440" bIns="45720" anchor="t"/>
          <a:lstStyle/>
          <a:p>
            <a:endParaRPr lang="en-US"/>
          </a:p>
        </p:txBody>
      </p:sp>
      <p:sp>
        <p:nvSpPr>
          <p:cNvPr id="10" name="Text Placeholder 9">
            <a:extLst>
              <a:ext uri="{FF2B5EF4-FFF2-40B4-BE49-F238E27FC236}">
                <a16:creationId xmlns:a16="http://schemas.microsoft.com/office/drawing/2014/main" id="{2ADE8DE7-A13C-CCD9-827D-3D486787FFBE}"/>
              </a:ext>
            </a:extLst>
          </p:cNvPr>
          <p:cNvSpPr>
            <a:spLocks noGrp="1"/>
          </p:cNvSpPr>
          <p:nvPr>
            <p:ph type="body" sz="quarter" idx="10"/>
          </p:nvPr>
        </p:nvSpPr>
        <p:spPr>
          <a:xfrm>
            <a:off x="1140565" y="1500658"/>
            <a:ext cx="21727249" cy="939800"/>
          </a:xfrm>
        </p:spPr>
        <p:txBody>
          <a:bodyPr lIns="91440" tIns="45720" rIns="91440" bIns="45720" anchor="t"/>
          <a:lstStyle/>
          <a:p>
            <a:r>
              <a:rPr lang="en-US">
                <a:latin typeface="Poppins"/>
                <a:cs typeface="Poppins"/>
              </a:rPr>
              <a:t>.NET SDK Containerization</a:t>
            </a:r>
            <a:endParaRPr lang="en-US"/>
          </a:p>
        </p:txBody>
      </p:sp>
      <p:sp>
        <p:nvSpPr>
          <p:cNvPr id="11" name="Text Placeholder 10">
            <a:extLst>
              <a:ext uri="{FF2B5EF4-FFF2-40B4-BE49-F238E27FC236}">
                <a16:creationId xmlns:a16="http://schemas.microsoft.com/office/drawing/2014/main" id="{CE6BA281-7B9A-E7B6-57F4-06D53A590A82}"/>
              </a:ext>
            </a:extLst>
          </p:cNvPr>
          <p:cNvSpPr>
            <a:spLocks noGrp="1"/>
          </p:cNvSpPr>
          <p:nvPr>
            <p:ph type="body" sz="quarter" idx="11"/>
          </p:nvPr>
        </p:nvSpPr>
        <p:spPr>
          <a:xfrm>
            <a:off x="1140565" y="2858532"/>
            <a:ext cx="17622270" cy="2636328"/>
          </a:xfrm>
        </p:spPr>
        <p:txBody>
          <a:bodyPr lIns="91440" tIns="45720" rIns="91440" bIns="45720" anchor="t"/>
          <a:lstStyle/>
          <a:p>
            <a:r>
              <a:rPr lang="en-US">
                <a:solidFill>
                  <a:schemeClr val="bg2">
                    <a:lumMod val="75000"/>
                  </a:schemeClr>
                </a:solidFill>
                <a:latin typeface="Poppins"/>
                <a:cs typeface="Poppins"/>
              </a:rPr>
              <a:t>Live Demos</a:t>
            </a:r>
            <a:endParaRPr lang="en-US">
              <a:solidFill>
                <a:schemeClr val="bg2">
                  <a:lumMod val="75000"/>
                </a:schemeClr>
              </a:solidFill>
            </a:endParaRPr>
          </a:p>
        </p:txBody>
      </p:sp>
      <p:sp>
        <p:nvSpPr>
          <p:cNvPr id="7" name="Text Placeholder 6">
            <a:extLst>
              <a:ext uri="{FF2B5EF4-FFF2-40B4-BE49-F238E27FC236}">
                <a16:creationId xmlns:a16="http://schemas.microsoft.com/office/drawing/2014/main" id="{B77C281F-A485-9F36-0C4C-B14F55EBBF1A}"/>
              </a:ext>
            </a:extLst>
          </p:cNvPr>
          <p:cNvSpPr>
            <a:spLocks noGrp="1"/>
          </p:cNvSpPr>
          <p:nvPr>
            <p:ph type="body" sz="quarter" idx="20"/>
          </p:nvPr>
        </p:nvSpPr>
        <p:spPr/>
        <p:txBody>
          <a:bodyPr lIns="91440" tIns="45720" rIns="91440" bIns="45720" anchor="t"/>
          <a:lstStyle/>
          <a:p>
            <a:r>
              <a:rPr lang="en-US">
                <a:latin typeface="Poppins"/>
                <a:cs typeface="Poppins"/>
              </a:rPr>
              <a:t>Multi-arch</a:t>
            </a:r>
            <a:endParaRPr lang="en-US"/>
          </a:p>
        </p:txBody>
      </p:sp>
      <p:sp>
        <p:nvSpPr>
          <p:cNvPr id="16" name="Text Placeholder 15">
            <a:extLst>
              <a:ext uri="{FF2B5EF4-FFF2-40B4-BE49-F238E27FC236}">
                <a16:creationId xmlns:a16="http://schemas.microsoft.com/office/drawing/2014/main" id="{574322CA-0AD3-5283-7DC7-5EE23CD2AAA4}"/>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99080A78-7BE3-F4EE-A26B-7A2EE630F4CA}"/>
              </a:ext>
            </a:extLst>
          </p:cNvPr>
          <p:cNvSpPr>
            <a:spLocks noGrp="1"/>
          </p:cNvSpPr>
          <p:nvPr>
            <p:ph type="body" sz="quarter" idx="12"/>
          </p:nvPr>
        </p:nvSpPr>
        <p:spPr/>
        <p:txBody>
          <a:bodyPr lIns="91440" tIns="45720" rIns="91440" bIns="45720" anchor="t"/>
          <a:lstStyle/>
          <a:p>
            <a:r>
              <a:rPr lang="en-US">
                <a:latin typeface="Poppins"/>
                <a:cs typeface="Poppins"/>
              </a:rPr>
              <a:t>Insecure registry usage</a:t>
            </a:r>
            <a:endParaRPr lang="en-US"/>
          </a:p>
        </p:txBody>
      </p:sp>
      <p:sp>
        <p:nvSpPr>
          <p:cNvPr id="20" name="Text Placeholder 19">
            <a:extLst>
              <a:ext uri="{FF2B5EF4-FFF2-40B4-BE49-F238E27FC236}">
                <a16:creationId xmlns:a16="http://schemas.microsoft.com/office/drawing/2014/main" id="{378C2F50-C0AF-AA75-C9F9-8A895F853D3F}"/>
              </a:ext>
            </a:extLst>
          </p:cNvPr>
          <p:cNvSpPr>
            <a:spLocks noGrp="1"/>
          </p:cNvSpPr>
          <p:nvPr>
            <p:ph type="body" sz="quarter" idx="17"/>
          </p:nvPr>
        </p:nvSpPr>
        <p:spPr/>
        <p:txBody>
          <a:bodyPr lIns="91440" tIns="45720" rIns="91440" bIns="45720" anchor="t"/>
          <a:lstStyle/>
          <a:p>
            <a:r>
              <a:rPr lang="en-US">
                <a:latin typeface="Poppins"/>
                <a:cs typeface="Poppins"/>
              </a:rPr>
              <a:t>AOT support</a:t>
            </a:r>
            <a:endParaRPr lang="en-US"/>
          </a:p>
        </p:txBody>
      </p:sp>
    </p:spTree>
    <p:extLst>
      <p:ext uri="{BB962C8B-B14F-4D97-AF65-F5344CB8AC3E}">
        <p14:creationId xmlns:p14="http://schemas.microsoft.com/office/powerpoint/2010/main" val="2581860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65621D-F6CC-B216-9BCC-81F11602D3C1}"/>
              </a:ext>
            </a:extLst>
          </p:cNvPr>
          <p:cNvSpPr>
            <a:spLocks noGrp="1"/>
          </p:cNvSpPr>
          <p:nvPr>
            <p:ph type="body" sz="quarter" idx="10"/>
          </p:nvPr>
        </p:nvSpPr>
        <p:spPr/>
        <p:txBody>
          <a:bodyPr lIns="91440" tIns="45720" rIns="91440" bIns="45720" anchor="t"/>
          <a:lstStyle/>
          <a:p>
            <a:r>
              <a:rPr lang="en-US">
                <a:latin typeface="Poppins"/>
                <a:cs typeface="Poppins"/>
              </a:rPr>
              <a:t>Resources</a:t>
            </a:r>
            <a:endParaRPr lang="en-US"/>
          </a:p>
        </p:txBody>
      </p:sp>
      <p:sp>
        <p:nvSpPr>
          <p:cNvPr id="3" name="Text Placeholder 2">
            <a:extLst>
              <a:ext uri="{FF2B5EF4-FFF2-40B4-BE49-F238E27FC236}">
                <a16:creationId xmlns:a16="http://schemas.microsoft.com/office/drawing/2014/main" id="{B7F6A808-786E-6A5F-D92D-3261D5E3AFCF}"/>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3296C046-C249-4710-5004-AD90C2B66C35}"/>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DCAA065A-A9AD-ABE8-BA88-D84CD2D85C8A}"/>
              </a:ext>
            </a:extLst>
          </p:cNvPr>
          <p:cNvSpPr>
            <a:spLocks noGrp="1"/>
          </p:cNvSpPr>
          <p:nvPr>
            <p:ph type="body" sz="quarter" idx="20"/>
          </p:nvPr>
        </p:nvSpPr>
        <p:spPr/>
        <p:txBody>
          <a:bodyPr lIns="91440" tIns="45720" rIns="91440" bIns="45720" anchor="t"/>
          <a:lstStyle/>
          <a:p>
            <a:r>
              <a:rPr lang="en-US">
                <a:latin typeface="Aptos"/>
              </a:rPr>
              <a:t>https://github.com/dotnet/dotnet-docker</a:t>
            </a:r>
            <a:endParaRPr lang="en-US"/>
          </a:p>
        </p:txBody>
      </p:sp>
      <p:sp>
        <p:nvSpPr>
          <p:cNvPr id="6" name="Text Placeholder 5">
            <a:extLst>
              <a:ext uri="{FF2B5EF4-FFF2-40B4-BE49-F238E27FC236}">
                <a16:creationId xmlns:a16="http://schemas.microsoft.com/office/drawing/2014/main" id="{8CCE9F36-BCEB-8D5A-5504-CBE70C034FFC}"/>
              </a:ext>
            </a:extLst>
          </p:cNvPr>
          <p:cNvSpPr>
            <a:spLocks noGrp="1"/>
          </p:cNvSpPr>
          <p:nvPr>
            <p:ph type="body" sz="quarter" idx="22"/>
          </p:nvPr>
        </p:nvSpPr>
        <p:spPr/>
        <p:txBody>
          <a:bodyPr lIns="91440" tIns="45720" rIns="91440" bIns="45720" anchor="t"/>
          <a:lstStyle/>
          <a:p>
            <a:r>
              <a:rPr lang="en-US">
                <a:latin typeface="Aptos"/>
              </a:rPr>
              <a:t>https://github.com/dotnet/sdk-container-builds</a:t>
            </a:r>
            <a:endParaRPr lang="en-US"/>
          </a:p>
        </p:txBody>
      </p:sp>
      <p:sp>
        <p:nvSpPr>
          <p:cNvPr id="7" name="Text Placeholder 6">
            <a:extLst>
              <a:ext uri="{FF2B5EF4-FFF2-40B4-BE49-F238E27FC236}">
                <a16:creationId xmlns:a16="http://schemas.microsoft.com/office/drawing/2014/main" id="{10FB82B5-1363-2BB2-BE56-52A502CA9000}"/>
              </a:ext>
            </a:extLst>
          </p:cNvPr>
          <p:cNvSpPr>
            <a:spLocks noGrp="1"/>
          </p:cNvSpPr>
          <p:nvPr>
            <p:ph type="body" sz="quarter" idx="23"/>
          </p:nvPr>
        </p:nvSpPr>
        <p:spPr/>
        <p:txBody>
          <a:bodyPr lIns="91440" tIns="45720" rIns="91440" bIns="45720" anchor="t"/>
          <a:lstStyle/>
          <a:p>
            <a:r>
              <a:rPr lang="en-US">
                <a:latin typeface="Aptos"/>
              </a:rPr>
              <a:t>aka.ms/dotnet/10</a:t>
            </a:r>
          </a:p>
        </p:txBody>
      </p:sp>
      <p:sp>
        <p:nvSpPr>
          <p:cNvPr id="8" name="Text Placeholder 7">
            <a:extLst>
              <a:ext uri="{FF2B5EF4-FFF2-40B4-BE49-F238E27FC236}">
                <a16:creationId xmlns:a16="http://schemas.microsoft.com/office/drawing/2014/main" id="{21F0BC64-F07C-574E-447C-D1BE68B6CAE5}"/>
              </a:ext>
            </a:extLst>
          </p:cNvPr>
          <p:cNvSpPr>
            <a:spLocks noGrp="1"/>
          </p:cNvSpPr>
          <p:nvPr>
            <p:ph type="body" sz="quarter" idx="24"/>
          </p:nvPr>
        </p:nvSpPr>
        <p:spPr>
          <a:xfrm>
            <a:off x="12948828" y="5806910"/>
            <a:ext cx="10545099" cy="589500"/>
          </a:xfrm>
        </p:spPr>
        <p:txBody>
          <a:bodyPr lIns="91440" tIns="45720" rIns="91440" bIns="45720" anchor="t"/>
          <a:lstStyle/>
          <a:p>
            <a:r>
              <a:rPr lang="en-US">
                <a:latin typeface="Aptos"/>
              </a:rPr>
              <a:t>https://github.com/richlander/container-workshop</a:t>
            </a:r>
            <a:endParaRPr lang="en-US"/>
          </a:p>
        </p:txBody>
      </p:sp>
      <p:sp>
        <p:nvSpPr>
          <p:cNvPr id="9" name="Text Placeholder 8">
            <a:extLst>
              <a:ext uri="{FF2B5EF4-FFF2-40B4-BE49-F238E27FC236}">
                <a16:creationId xmlns:a16="http://schemas.microsoft.com/office/drawing/2014/main" id="{DBDBA741-A4CC-0EFD-066B-8EB135FA75D4}"/>
              </a:ext>
            </a:extLst>
          </p:cNvPr>
          <p:cNvSpPr>
            <a:spLocks noGrp="1"/>
          </p:cNvSpPr>
          <p:nvPr>
            <p:ph type="body" sz="quarter" idx="25"/>
          </p:nvPr>
        </p:nvSpPr>
        <p:spPr/>
        <p:txBody>
          <a:bodyPr lIns="91440" tIns="45720" rIns="91440" bIns="45720" anchor="t"/>
          <a:lstStyle/>
          <a:p>
            <a:r>
              <a:rPr lang="en-US">
                <a:latin typeface="Aptos"/>
              </a:rPr>
              <a:t>aka.ms/dotnet/containers/customization</a:t>
            </a:r>
          </a:p>
        </p:txBody>
      </p:sp>
      <p:sp>
        <p:nvSpPr>
          <p:cNvPr id="10" name="Text Placeholder 9">
            <a:extLst>
              <a:ext uri="{FF2B5EF4-FFF2-40B4-BE49-F238E27FC236}">
                <a16:creationId xmlns:a16="http://schemas.microsoft.com/office/drawing/2014/main" id="{35F59150-AA06-7724-1799-F0CFDBBA8117}"/>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3766212567"/>
      </p:ext>
    </p:extLst>
  </p:cSld>
  <p:clrMapOvr>
    <a:masterClrMapping/>
  </p:clrMapOvr>
</p:sld>
</file>

<file path=ppt/theme/theme1.xml><?xml version="1.0" encoding="utf-8"?>
<a:theme xmlns:a="http://schemas.openxmlformats.org/drawingml/2006/main" name="Office Theme">
  <a:themeElements>
    <a:clrScheme name="Custom 67">
      <a:dk1>
        <a:srgbClr val="000000"/>
      </a:dk1>
      <a:lt1>
        <a:srgbClr val="FEFFFE"/>
      </a:lt1>
      <a:dk2>
        <a:srgbClr val="1F1E31"/>
      </a:dk2>
      <a:lt2>
        <a:srgbClr val="A6A6A6"/>
      </a:lt2>
      <a:accent1>
        <a:srgbClr val="502AD4"/>
      </a:accent1>
      <a:accent2>
        <a:srgbClr val="0B6BFF"/>
      </a:accent2>
      <a:accent3>
        <a:srgbClr val="D502AA"/>
      </a:accent3>
      <a:accent4>
        <a:srgbClr val="EEEAFA"/>
      </a:accent4>
      <a:accent5>
        <a:srgbClr val="B9AAEE"/>
      </a:accent5>
      <a:accent6>
        <a:srgbClr val="9DC3FF"/>
      </a:accent6>
      <a:hlink>
        <a:srgbClr val="7F0066"/>
      </a:hlink>
      <a:folHlink>
        <a:srgbClr val="EF99D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F88B0CCF1BBA489747F146E6B5E06D" ma:contentTypeVersion="28" ma:contentTypeDescription="Create a new document." ma:contentTypeScope="" ma:versionID="3688f7bd346df54b7dd512834435f6ca">
  <xsd:schema xmlns:xsd="http://www.w3.org/2001/XMLSchema" xmlns:xs="http://www.w3.org/2001/XMLSchema" xmlns:p="http://schemas.microsoft.com/office/2006/metadata/properties" xmlns:ns1="http://schemas.microsoft.com/sharepoint/v3" xmlns:ns2="569b343d-e775-480b-9b2b-6a6986deb9b0" xmlns:ns3="11245976-3b4d-4794-a754-317688483df2" xmlns:ns4="230e9df3-be65-4c73-a93b-d1236ebd677e" targetNamespace="http://schemas.microsoft.com/office/2006/metadata/properties" ma:root="true" ma:fieldsID="b00299e069d933e8c182bb042f76a040" ns1:_="" ns2:_="" ns3:_="" ns4:_="">
    <xsd:import namespace="http://schemas.microsoft.com/sharepoint/v3"/>
    <xsd:import namespace="569b343d-e775-480b-9b2b-6a6986deb9b0"/>
    <xsd:import namespace="11245976-3b4d-4794-a754-317688483df2"/>
    <xsd:import namespace="230e9df3-be65-4c73-a93b-d1236ebd677e"/>
    <xsd:element name="properties">
      <xsd:complexType>
        <xsd:sequence>
          <xsd:element name="documentManagement">
            <xsd:complexType>
              <xsd:all>
                <xsd:element ref="ns2:Spec_x0020_Status" minOccurs="0"/>
                <xsd:element ref="ns1:_ip_UnifiedCompliancePolicyProperties" minOccurs="0"/>
                <xsd:element ref="ns1:_ip_UnifiedCompliancePolicyUIAction" minOccurs="0"/>
                <xsd:element ref="ns2:MediaServiceMetadata" minOccurs="0"/>
                <xsd:element ref="ns2:MediaServiceFastMetadata" minOccurs="0"/>
                <xsd:element ref="ns2:MediaServiceAutoTags" minOccurs="0"/>
                <xsd:element ref="ns3:SharedWithUsers" minOccurs="0"/>
                <xsd:element ref="ns3:SharedWithDetails" minOccurs="0"/>
                <xsd:element ref="ns3:LastSharedByUser" minOccurs="0"/>
                <xsd:element ref="ns3:LastSharedByTime" minOccurs="0"/>
                <xsd:element ref="ns2:MediaServiceOCR" minOccurs="0"/>
                <xsd:element ref="ns2:MediaServiceDateTaken" minOccurs="0"/>
                <xsd:element ref="ns2:MediaServiceAutoKeyPoints" minOccurs="0"/>
                <xsd:element ref="ns2:MediaServiceKeyPoints"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4:TaxCatchAll" minOccurs="0"/>
                <xsd:element ref="ns2:OneNoteFluid_FileOrder" minOccurs="0"/>
                <xsd:element ref="ns2:MediaServiceSearchProperties" minOccurs="0"/>
                <xsd:element ref="ns2:MediaServiceDocTag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description="" ma:hidden="true" ma:internalName="_ip_UnifiedCompliancePolicyProperties" ma:readOnly="false">
      <xsd:simpleType>
        <xsd:restriction base="dms:Note"/>
      </xsd:simpleType>
    </xsd:element>
    <xsd:element name="_ip_UnifiedCompliancePolicyUIAction" ma:index="9" nillable="true" ma:displayName="Unified Compliance Policy UI Action" ma:descrip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69b343d-e775-480b-9b2b-6a6986deb9b0" elementFormDefault="qualified">
    <xsd:import namespace="http://schemas.microsoft.com/office/2006/documentManagement/types"/>
    <xsd:import namespace="http://schemas.microsoft.com/office/infopath/2007/PartnerControls"/>
    <xsd:element name="Spec_x0020_Status" ma:index="2" nillable="true" ma:displayName="Status" ma:default="Draft" ma:format="Dropdown" ma:internalName="Spec_x0020_Status" ma:readOnly="false">
      <xsd:simpleType>
        <xsd:restriction base="dms:Choice">
          <xsd:enumeration value="Draft"/>
          <xsd:enumeration value="Reviewed"/>
        </xsd:restriction>
      </xsd:simpleType>
    </xsd:element>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description="" ma:hidden="true" ma:internalName="MediaServiceAutoTags" ma:readOnly="true">
      <xsd:simpleType>
        <xsd:restriction base="dms:Text"/>
      </xsd:simpleType>
    </xsd:element>
    <xsd:element name="MediaServiceOCR" ma:index="17" nillable="true" ma:displayName="MediaServiceOCR" ma:description="" ma:hidden="true" ma:internalName="MediaServiceOCR" ma:readOnly="tru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hidden="true" ma:internalName="MediaServiceKeyPoints" ma:readOnly="true">
      <xsd:simpleType>
        <xsd:restriction base="dms:Note"/>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4" nillable="true" ma:displayName="Location" ma:internalName="MediaServiceLocation" ma:readOnly="true">
      <xsd:simpleType>
        <xsd:restriction base="dms:Text"/>
      </xsd:simpleType>
    </xsd:element>
    <xsd:element name="MediaLengthInSeconds" ma:index="25"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9" nillable="true" ma:displayName="OneNoteFluid_FileOrder" ma:internalName="OneNoteFluid_FileOrder">
      <xsd:simpleType>
        <xsd:restriction base="dms:Text">
          <xsd:maxLength value="255"/>
        </xsd:restriction>
      </xsd:simpleType>
    </xsd:element>
    <xsd:element name="MediaServiceSearchProperties" ma:index="30" nillable="true" ma:displayName="MediaServiceSearchProperties" ma:hidden="true" ma:internalName="MediaServiceSearchProperties" ma:readOnly="true">
      <xsd:simpleType>
        <xsd:restriction base="dms:Note"/>
      </xsd:simpleType>
    </xsd:element>
    <xsd:element name="MediaServiceDocTags" ma:index="31" nillable="true" ma:displayName="MediaServiceDocTags" ma:hidden="true" ma:internalName="MediaServiceDocTags" ma:readOnly="true">
      <xsd:simpleType>
        <xsd:restriction base="dms:Note"/>
      </xsd:simpleType>
    </xsd:element>
    <xsd:element name="MediaServiceObjectDetectorVersions" ma:index="32" nillable="true" ma:displayName="MediaServiceObjectDetectorVersions" ma:hidden="true" ma:indexed="true" ma:internalName="MediaServiceObjectDetectorVersions" ma:readOnly="true">
      <xsd:simpleType>
        <xsd:restriction base="dms:Text"/>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1245976-3b4d-4794-a754-317688483df2" elementFormDefault="qualified">
    <xsd:import namespace="http://schemas.microsoft.com/office/2006/documentManagement/types"/>
    <xsd:import namespace="http://schemas.microsoft.com/office/infopath/2007/PartnerControls"/>
    <xsd:element name="SharedWithUsers" ma:index="13" nillable="true" ma:displayName="Shared With"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description="" ma:hidden="true" ma:internalName="SharedWithDetails" ma:readOnly="true">
      <xsd:simpleType>
        <xsd:restriction base="dms:Note"/>
      </xsd:simpleType>
    </xsd:element>
    <xsd:element name="LastSharedByUser" ma:index="15" nillable="true" ma:displayName="Last Shared By User" ma:description="" ma:hidden="true" ma:internalName="LastSharedByUser" ma:readOnly="true">
      <xsd:simpleType>
        <xsd:restriction base="dms:Note"/>
      </xsd:simpleType>
    </xsd:element>
    <xsd:element name="LastSharedByTime" ma:index="16" nillable="true" ma:displayName="Last Shared By Time"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8" nillable="true" ma:displayName="Taxonomy Catch All Column" ma:hidden="true" ma:list="{9dd92c22-cae5-4046-bed8-b3b21d61b9fd}" ma:internalName="TaxCatchAll" ma:showField="CatchAllData" ma:web="11245976-3b4d-4794-a754-317688483d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569b343d-e775-480b-9b2b-6a6986deb9b0">
      <Terms xmlns="http://schemas.microsoft.com/office/infopath/2007/PartnerControls"/>
    </lcf76f155ced4ddcb4097134ff3c332f>
    <OneNoteFluid_FileOrder xmlns="569b343d-e775-480b-9b2b-6a6986deb9b0" xsi:nil="true"/>
    <Spec_x0020_Status xmlns="569b343d-e775-480b-9b2b-6a6986deb9b0">Draft</Spec_x0020_Status>
  </documentManagement>
</p:properties>
</file>

<file path=customXml/itemProps1.xml><?xml version="1.0" encoding="utf-8"?>
<ds:datastoreItem xmlns:ds="http://schemas.openxmlformats.org/officeDocument/2006/customXml" ds:itemID="{BC41760C-0059-4989-B0A6-3298A85F6C28}">
  <ds:schemaRefs>
    <ds:schemaRef ds:uri="11245976-3b4d-4794-a754-317688483df2"/>
    <ds:schemaRef ds:uri="230e9df3-be65-4c73-a93b-d1236ebd677e"/>
    <ds:schemaRef ds:uri="569b343d-e775-480b-9b2b-6a6986deb9b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B16A34-4DC9-408D-BB09-3A8D4E106F2E}">
  <ds:schemaRefs>
    <ds:schemaRef ds:uri="http://schemas.microsoft.com/sharepoint/v3/contenttype/forms"/>
  </ds:schemaRefs>
</ds:datastoreItem>
</file>

<file path=customXml/itemProps3.xml><?xml version="1.0" encoding="utf-8"?>
<ds:datastoreItem xmlns:ds="http://schemas.openxmlformats.org/officeDocument/2006/customXml" ds:itemID="{2B29EBB6-9BE6-4823-87B7-48129F90C0A4}">
  <ds:schemaRefs>
    <ds:schemaRef ds:uri="569b343d-e775-480b-9b2b-6a6986deb9b0"/>
    <ds:schemaRef ds:uri="http://schemas.microsoft.com/office/2006/metadata/properties"/>
    <ds:schemaRef ds:uri="http://schemas.microsoft.com/office/2006/documentManagement/types"/>
    <ds:schemaRef ds:uri="http://www.w3.org/XML/1998/namespace"/>
    <ds:schemaRef ds:uri="http://purl.org/dc/terms/"/>
    <ds:schemaRef ds:uri="11245976-3b4d-4794-a754-317688483df2"/>
    <ds:schemaRef ds:uri="http://purl.org/dc/elements/1.1/"/>
    <ds:schemaRef ds:uri="http://schemas.microsoft.com/office/infopath/2007/PartnerControls"/>
    <ds:schemaRef ds:uri="http://schemas.openxmlformats.org/package/2006/metadata/core-properties"/>
    <ds:schemaRef ds:uri="230e9df3-be65-4c73-a93b-d1236ebd677e"/>
    <ds:schemaRef ds:uri="http://schemas.microsoft.com/sharepoint/v3"/>
    <ds:schemaRef ds:uri="http://purl.org/dc/dcmitype/"/>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988</Words>
  <Application>Microsoft Office PowerPoint</Application>
  <PresentationFormat>Custom</PresentationFormat>
  <Paragraphs>183</Paragraphs>
  <Slides>17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Calibri</vt:lpstr>
      <vt:lpstr>Poppins</vt:lpstr>
      <vt:lpstr>Segoe UI Variable Display Semibold</vt:lpstr>
      <vt:lpstr>Segoe UI Variable Text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CoreAI-Template2025</dc:title>
  <dc:subject>PptxGenJS Presentation</dc:subject>
  <dc:creator>PptxGenJS</dc:creator>
  <cp:lastModifiedBy>Jon Galloway</cp:lastModifiedBy>
  <cp:revision>3</cp:revision>
  <dcterms:created xsi:type="dcterms:W3CDTF">2025-05-28T19:55:54Z</dcterms:created>
  <dcterms:modified xsi:type="dcterms:W3CDTF">2026-01-06T21:10:27Z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0x01010022F88B0CCF1BBA489747F146E6B5E06D</vt:lpwstr>
  </property>
  <property fmtid="{D5CDD505-2E9C-101B-9397-08002B2CF9AE}" pid="3" name="MediaServiceImageTags">
    <vt:lpwstr/>
  </property>
</Properties>
</file>